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9144000"/>
  <p:embeddedFontLst>
    <p:embeddedFont>
      <p:font typeface="Lobster"/>
      <p:regular r:id="rId23"/>
    </p:embeddedFont>
    <p:embeddedFont>
      <p:font typeface="Comfortaa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Comfortaa-regular.fntdata"/><Relationship Id="rId23" Type="http://schemas.openxmlformats.org/officeDocument/2006/relationships/font" Target="fonts/Lobster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Comfortaa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8b0d0710e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8b0d0710e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8e0d54e6a4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8e0d54e6a4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9759c7457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9759c7457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9759c7457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9759c7457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9759c7457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9759c7457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8e0d54e6a4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8e0d54e6a4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9759c7457f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9759c7457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9759c7457f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9759c7457f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9759c7457f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9759c7457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9759c7457f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9759c7457f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9759c7457f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9759c7457f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9759c7457f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9759c7457f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9759c7457f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9759c7457f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8e0d54e6a4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8e0d54e6a4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9759c7457f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9759c7457f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8e54c0095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8e54c0095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8a9b0901c4_0_6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8a9b0901c4_0_6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8f1c61cc85_0_25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8f1c61cc85_0_25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slidesgo.com/" TargetMode="External"/><Relationship Id="rId4" Type="http://schemas.openxmlformats.org/officeDocument/2006/relationships/hyperlink" Target="https://www.flaticon.com/" TargetMode="External"/><Relationship Id="rId5" Type="http://schemas.openxmlformats.org/officeDocument/2006/relationships/hyperlink" Target="https://www.freepik.com/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4370770" y="946963"/>
            <a:ext cx="4090500" cy="2199000"/>
          </a:xfrm>
          <a:prstGeom prst="rect">
            <a:avLst/>
          </a:prstGeom>
          <a:effectLst>
            <a:outerShdw rotWithShape="0" algn="bl" dir="18960000" dist="19050">
              <a:srgbClr val="D25F4B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Font typeface="Allura"/>
              <a:buNone/>
              <a:defRPr sz="5500">
                <a:solidFill>
                  <a:srgbClr val="263C6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777720" y="3310738"/>
            <a:ext cx="3276600" cy="60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None/>
              <a:defRPr sz="1800">
                <a:latin typeface="Comfortaa"/>
                <a:ea typeface="Comfortaa"/>
                <a:cs typeface="Comfortaa"/>
                <a:sym typeface="Comforta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None/>
              <a:defRPr sz="1800">
                <a:latin typeface="Comfortaa"/>
                <a:ea typeface="Comfortaa"/>
                <a:cs typeface="Comfortaa"/>
                <a:sym typeface="Comforta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None/>
              <a:defRPr sz="1800">
                <a:latin typeface="Comfortaa"/>
                <a:ea typeface="Comfortaa"/>
                <a:cs typeface="Comfortaa"/>
                <a:sym typeface="Comforta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None/>
              <a:defRPr sz="1800">
                <a:latin typeface="Comfortaa"/>
                <a:ea typeface="Comfortaa"/>
                <a:cs typeface="Comfortaa"/>
                <a:sym typeface="Comforta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None/>
              <a:defRPr sz="1800">
                <a:latin typeface="Comfortaa"/>
                <a:ea typeface="Comfortaa"/>
                <a:cs typeface="Comfortaa"/>
                <a:sym typeface="Comforta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None/>
              <a:defRPr sz="1800">
                <a:latin typeface="Comfortaa"/>
                <a:ea typeface="Comfortaa"/>
                <a:cs typeface="Comfortaa"/>
                <a:sym typeface="Comforta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None/>
              <a:defRPr sz="1800">
                <a:latin typeface="Comfortaa"/>
                <a:ea typeface="Comfortaa"/>
                <a:cs typeface="Comfortaa"/>
                <a:sym typeface="Comforta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None/>
              <a:defRPr sz="1800"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oogle Shape;13;p3"/>
          <p:cNvGrpSpPr/>
          <p:nvPr/>
        </p:nvGrpSpPr>
        <p:grpSpPr>
          <a:xfrm>
            <a:off x="32580" y="1189283"/>
            <a:ext cx="9284980" cy="656698"/>
            <a:chOff x="-141100" y="1558550"/>
            <a:chExt cx="9284980" cy="1545900"/>
          </a:xfrm>
        </p:grpSpPr>
        <p:cxnSp>
          <p:nvCxnSpPr>
            <p:cNvPr id="14" name="Google Shape;14;p3"/>
            <p:cNvCxnSpPr/>
            <p:nvPr/>
          </p:nvCxnSpPr>
          <p:spPr>
            <a:xfrm flipH="1" rot="10800000">
              <a:off x="-141100" y="1558550"/>
              <a:ext cx="3055800" cy="15459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chemeClr val="lt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3"/>
            <p:cNvCxnSpPr/>
            <p:nvPr/>
          </p:nvCxnSpPr>
          <p:spPr>
            <a:xfrm rot="10800000">
              <a:off x="2973610" y="1558550"/>
              <a:ext cx="3055800" cy="15459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chemeClr val="lt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6" name="Google Shape;16;p3"/>
            <p:cNvCxnSpPr/>
            <p:nvPr/>
          </p:nvCxnSpPr>
          <p:spPr>
            <a:xfrm flipH="1" rot="10800000">
              <a:off x="6088080" y="1558550"/>
              <a:ext cx="3055800" cy="15459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chemeClr val="lt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pic>
        <p:nvPicPr>
          <p:cNvPr id="17" name="Google Shape;1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/>
          <p:nvPr>
            <p:ph type="title"/>
          </p:nvPr>
        </p:nvSpPr>
        <p:spPr>
          <a:xfrm>
            <a:off x="2776625" y="2860333"/>
            <a:ext cx="3590700" cy="731400"/>
          </a:xfrm>
          <a:prstGeom prst="rect">
            <a:avLst/>
          </a:prstGeom>
          <a:effectLst>
            <a:outerShdw rotWithShape="0" algn="bl" dir="19620000" dist="19050">
              <a:srgbClr val="D25F4B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rgbClr val="263C6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hasCustomPrompt="1" idx="2" type="title"/>
          </p:nvPr>
        </p:nvSpPr>
        <p:spPr>
          <a:xfrm>
            <a:off x="3372575" y="1226067"/>
            <a:ext cx="2398800" cy="1536900"/>
          </a:xfrm>
          <a:prstGeom prst="rect">
            <a:avLst/>
          </a:prstGeom>
          <a:effectLst>
            <a:outerShdw rotWithShape="0" algn="bl" dir="19620000" dist="19050">
              <a:srgbClr val="D25F4B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rgbClr val="263C6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636700" y="3584858"/>
            <a:ext cx="5870400" cy="4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 flipH="1" rot="10800000">
            <a:off x="-34375" y="-65375"/>
            <a:ext cx="3498600" cy="14598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23" name="Google Shape;23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13250" y="1490925"/>
            <a:ext cx="7717500" cy="31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AutoNum type="arabicPeriod"/>
              <a:defRPr sz="11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cxnSp>
        <p:nvCxnSpPr>
          <p:cNvPr id="26" name="Google Shape;26;p4"/>
          <p:cNvCxnSpPr/>
          <p:nvPr/>
        </p:nvCxnSpPr>
        <p:spPr>
          <a:xfrm rot="-5400000">
            <a:off x="7119192" y="3143700"/>
            <a:ext cx="2135100" cy="2014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5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13250" y="1592400"/>
            <a:ext cx="3622800" cy="301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07851" y="1592400"/>
            <a:ext cx="3622800" cy="301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34" name="Google Shape;3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4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6"/>
          <p:cNvGrpSpPr/>
          <p:nvPr/>
        </p:nvGrpSpPr>
        <p:grpSpPr>
          <a:xfrm>
            <a:off x="2504660" y="1133688"/>
            <a:ext cx="4134677" cy="221374"/>
            <a:chOff x="729050" y="223975"/>
            <a:chExt cx="6133625" cy="328400"/>
          </a:xfrm>
        </p:grpSpPr>
        <p:sp>
          <p:nvSpPr>
            <p:cNvPr id="36" name="Google Shape;36;p6"/>
            <p:cNvSpPr/>
            <p:nvPr/>
          </p:nvSpPr>
          <p:spPr>
            <a:xfrm>
              <a:off x="1275975" y="223975"/>
              <a:ext cx="5038675" cy="328400"/>
            </a:xfrm>
            <a:custGeom>
              <a:rect b="b" l="l" r="r" t="t"/>
              <a:pathLst>
                <a:path extrusionOk="0" h="13136" w="201547">
                  <a:moveTo>
                    <a:pt x="201547" y="5481"/>
                  </a:moveTo>
                  <a:lnTo>
                    <a:pt x="201547" y="7351"/>
                  </a:lnTo>
                  <a:lnTo>
                    <a:pt x="145136" y="7351"/>
                  </a:lnTo>
                  <a:cubicBezTo>
                    <a:pt x="143918" y="7351"/>
                    <a:pt x="142744" y="7829"/>
                    <a:pt x="141961" y="8743"/>
                  </a:cubicBezTo>
                  <a:cubicBezTo>
                    <a:pt x="140526" y="8438"/>
                    <a:pt x="139178" y="6959"/>
                    <a:pt x="137525" y="5785"/>
                  </a:cubicBezTo>
                  <a:cubicBezTo>
                    <a:pt x="135046" y="4089"/>
                    <a:pt x="133045" y="3958"/>
                    <a:pt x="130479" y="5524"/>
                  </a:cubicBezTo>
                  <a:cubicBezTo>
                    <a:pt x="129087" y="6394"/>
                    <a:pt x="127739" y="7351"/>
                    <a:pt x="126434" y="8395"/>
                  </a:cubicBezTo>
                  <a:cubicBezTo>
                    <a:pt x="122520" y="11309"/>
                    <a:pt x="117997" y="13136"/>
                    <a:pt x="115039" y="7916"/>
                  </a:cubicBezTo>
                  <a:cubicBezTo>
                    <a:pt x="113995" y="8482"/>
                    <a:pt x="112908" y="8830"/>
                    <a:pt x="111777" y="9047"/>
                  </a:cubicBezTo>
                  <a:cubicBezTo>
                    <a:pt x="105949" y="10091"/>
                    <a:pt x="103470" y="3741"/>
                    <a:pt x="107428" y="1175"/>
                  </a:cubicBezTo>
                  <a:cubicBezTo>
                    <a:pt x="109211" y="1"/>
                    <a:pt x="111690" y="392"/>
                    <a:pt x="112386" y="3132"/>
                  </a:cubicBezTo>
                  <a:cubicBezTo>
                    <a:pt x="109254" y="1784"/>
                    <a:pt x="106340" y="5872"/>
                    <a:pt x="110037" y="7046"/>
                  </a:cubicBezTo>
                  <a:cubicBezTo>
                    <a:pt x="112256" y="7742"/>
                    <a:pt x="115561" y="6003"/>
                    <a:pt x="117127" y="5046"/>
                  </a:cubicBezTo>
                  <a:cubicBezTo>
                    <a:pt x="120693" y="2828"/>
                    <a:pt x="125651" y="914"/>
                    <a:pt x="128478" y="5176"/>
                  </a:cubicBezTo>
                  <a:cubicBezTo>
                    <a:pt x="130044" y="4002"/>
                    <a:pt x="132045" y="2567"/>
                    <a:pt x="134002" y="2436"/>
                  </a:cubicBezTo>
                  <a:cubicBezTo>
                    <a:pt x="137916" y="2219"/>
                    <a:pt x="139047" y="5481"/>
                    <a:pt x="142744" y="5481"/>
                  </a:cubicBezTo>
                  <a:close/>
                  <a:moveTo>
                    <a:pt x="0" y="7351"/>
                  </a:moveTo>
                  <a:lnTo>
                    <a:pt x="0" y="5481"/>
                  </a:lnTo>
                  <a:lnTo>
                    <a:pt x="58846" y="5481"/>
                  </a:lnTo>
                  <a:cubicBezTo>
                    <a:pt x="62543" y="5481"/>
                    <a:pt x="63674" y="2219"/>
                    <a:pt x="67545" y="2436"/>
                  </a:cubicBezTo>
                  <a:cubicBezTo>
                    <a:pt x="69458" y="2567"/>
                    <a:pt x="71459" y="4002"/>
                    <a:pt x="73068" y="5176"/>
                  </a:cubicBezTo>
                  <a:cubicBezTo>
                    <a:pt x="75895" y="914"/>
                    <a:pt x="80810" y="2828"/>
                    <a:pt x="84420" y="5046"/>
                  </a:cubicBezTo>
                  <a:cubicBezTo>
                    <a:pt x="86029" y="6003"/>
                    <a:pt x="89291" y="7742"/>
                    <a:pt x="91466" y="7046"/>
                  </a:cubicBezTo>
                  <a:cubicBezTo>
                    <a:pt x="95163" y="5872"/>
                    <a:pt x="92292" y="1784"/>
                    <a:pt x="89117" y="3132"/>
                  </a:cubicBezTo>
                  <a:cubicBezTo>
                    <a:pt x="89857" y="392"/>
                    <a:pt x="92336" y="1"/>
                    <a:pt x="94119" y="1175"/>
                  </a:cubicBezTo>
                  <a:cubicBezTo>
                    <a:pt x="98077" y="3741"/>
                    <a:pt x="95554" y="10091"/>
                    <a:pt x="89770" y="9047"/>
                  </a:cubicBezTo>
                  <a:cubicBezTo>
                    <a:pt x="88639" y="8830"/>
                    <a:pt x="87551" y="8438"/>
                    <a:pt x="86508" y="7916"/>
                  </a:cubicBezTo>
                  <a:cubicBezTo>
                    <a:pt x="83550" y="13136"/>
                    <a:pt x="79027" y="11309"/>
                    <a:pt x="75112" y="8351"/>
                  </a:cubicBezTo>
                  <a:cubicBezTo>
                    <a:pt x="73808" y="7351"/>
                    <a:pt x="72459" y="6394"/>
                    <a:pt x="71068" y="5524"/>
                  </a:cubicBezTo>
                  <a:cubicBezTo>
                    <a:pt x="68502" y="3958"/>
                    <a:pt x="66501" y="4089"/>
                    <a:pt x="63978" y="5785"/>
                  </a:cubicBezTo>
                  <a:cubicBezTo>
                    <a:pt x="62369" y="6916"/>
                    <a:pt x="60977" y="8438"/>
                    <a:pt x="59585" y="8743"/>
                  </a:cubicBezTo>
                  <a:cubicBezTo>
                    <a:pt x="58759" y="7829"/>
                    <a:pt x="57585" y="7307"/>
                    <a:pt x="56367" y="7351"/>
                  </a:cubicBezTo>
                  <a:close/>
                  <a:moveTo>
                    <a:pt x="116170" y="7351"/>
                  </a:moveTo>
                  <a:cubicBezTo>
                    <a:pt x="118997" y="11961"/>
                    <a:pt x="123477" y="9004"/>
                    <a:pt x="126739" y="6525"/>
                  </a:cubicBezTo>
                  <a:lnTo>
                    <a:pt x="126869" y="6438"/>
                  </a:lnTo>
                  <a:cubicBezTo>
                    <a:pt x="124216" y="3132"/>
                    <a:pt x="119780" y="5133"/>
                    <a:pt x="116822" y="6959"/>
                  </a:cubicBezTo>
                  <a:cubicBezTo>
                    <a:pt x="116605" y="7133"/>
                    <a:pt x="116387" y="7264"/>
                    <a:pt x="116170" y="7394"/>
                  </a:cubicBezTo>
                  <a:moveTo>
                    <a:pt x="85420" y="7394"/>
                  </a:moveTo>
                  <a:cubicBezTo>
                    <a:pt x="85203" y="7264"/>
                    <a:pt x="84985" y="7133"/>
                    <a:pt x="84724" y="6959"/>
                  </a:cubicBezTo>
                  <a:cubicBezTo>
                    <a:pt x="81767" y="5133"/>
                    <a:pt x="77374" y="3176"/>
                    <a:pt x="74721" y="6438"/>
                  </a:cubicBezTo>
                  <a:lnTo>
                    <a:pt x="74852" y="6525"/>
                  </a:lnTo>
                  <a:cubicBezTo>
                    <a:pt x="78113" y="9004"/>
                    <a:pt x="82593" y="11961"/>
                    <a:pt x="85420" y="735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6"/>
            <p:cNvSpPr/>
            <p:nvPr/>
          </p:nvSpPr>
          <p:spPr>
            <a:xfrm>
              <a:off x="624177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828" y="5089"/>
                  </a:moveTo>
                  <a:cubicBezTo>
                    <a:pt x="871" y="5002"/>
                    <a:pt x="1" y="2610"/>
                    <a:pt x="1436" y="1305"/>
                  </a:cubicBezTo>
                  <a:cubicBezTo>
                    <a:pt x="2871" y="0"/>
                    <a:pt x="5176" y="1087"/>
                    <a:pt x="5089" y="3045"/>
                  </a:cubicBezTo>
                  <a:cubicBezTo>
                    <a:pt x="5002" y="4219"/>
                    <a:pt x="4002" y="5132"/>
                    <a:pt x="2828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6"/>
            <p:cNvSpPr/>
            <p:nvPr/>
          </p:nvSpPr>
          <p:spPr>
            <a:xfrm>
              <a:off x="6437500" y="322925"/>
              <a:ext cx="112025" cy="110925"/>
            </a:xfrm>
            <a:custGeom>
              <a:rect b="b" l="l" r="r" t="t"/>
              <a:pathLst>
                <a:path extrusionOk="0" h="4437" w="4481">
                  <a:moveTo>
                    <a:pt x="2436" y="4393"/>
                  </a:moveTo>
                  <a:cubicBezTo>
                    <a:pt x="740" y="4306"/>
                    <a:pt x="0" y="2262"/>
                    <a:pt x="1262" y="1131"/>
                  </a:cubicBezTo>
                  <a:cubicBezTo>
                    <a:pt x="2479" y="0"/>
                    <a:pt x="4480" y="914"/>
                    <a:pt x="4393" y="2610"/>
                  </a:cubicBezTo>
                  <a:cubicBezTo>
                    <a:pt x="4350" y="3654"/>
                    <a:pt x="3480" y="4437"/>
                    <a:pt x="2436" y="43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6"/>
            <p:cNvSpPr/>
            <p:nvPr/>
          </p:nvSpPr>
          <p:spPr>
            <a:xfrm>
              <a:off x="6618000" y="332700"/>
              <a:ext cx="94625" cy="94625"/>
            </a:xfrm>
            <a:custGeom>
              <a:rect b="b" l="l" r="r" t="t"/>
              <a:pathLst>
                <a:path extrusionOk="0" h="3785" w="3785">
                  <a:moveTo>
                    <a:pt x="2044" y="3741"/>
                  </a:moveTo>
                  <a:cubicBezTo>
                    <a:pt x="653" y="3698"/>
                    <a:pt x="0" y="1915"/>
                    <a:pt x="1044" y="958"/>
                  </a:cubicBezTo>
                  <a:cubicBezTo>
                    <a:pt x="2088" y="1"/>
                    <a:pt x="3784" y="827"/>
                    <a:pt x="3741" y="2219"/>
                  </a:cubicBezTo>
                  <a:cubicBezTo>
                    <a:pt x="3654" y="3089"/>
                    <a:pt x="2914" y="3785"/>
                    <a:pt x="2044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6"/>
            <p:cNvSpPr/>
            <p:nvPr/>
          </p:nvSpPr>
          <p:spPr>
            <a:xfrm>
              <a:off x="6784350" y="342500"/>
              <a:ext cx="78325" cy="77225"/>
            </a:xfrm>
            <a:custGeom>
              <a:rect b="b" l="l" r="r" t="t"/>
              <a:pathLst>
                <a:path extrusionOk="0" h="3089" w="3133">
                  <a:moveTo>
                    <a:pt x="1697" y="3088"/>
                  </a:moveTo>
                  <a:cubicBezTo>
                    <a:pt x="523" y="3045"/>
                    <a:pt x="1" y="1610"/>
                    <a:pt x="871" y="827"/>
                  </a:cubicBezTo>
                  <a:cubicBezTo>
                    <a:pt x="1740" y="0"/>
                    <a:pt x="3132" y="653"/>
                    <a:pt x="3089" y="1827"/>
                  </a:cubicBezTo>
                  <a:cubicBezTo>
                    <a:pt x="3045" y="2523"/>
                    <a:pt x="2436" y="3088"/>
                    <a:pt x="1697" y="304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6"/>
            <p:cNvSpPr/>
            <p:nvPr/>
          </p:nvSpPr>
          <p:spPr>
            <a:xfrm>
              <a:off x="121942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392" y="5089"/>
                  </a:moveTo>
                  <a:cubicBezTo>
                    <a:pt x="4306" y="5002"/>
                    <a:pt x="5176" y="2610"/>
                    <a:pt x="3741" y="1305"/>
                  </a:cubicBezTo>
                  <a:cubicBezTo>
                    <a:pt x="2306" y="0"/>
                    <a:pt x="0" y="1087"/>
                    <a:pt x="131" y="3045"/>
                  </a:cubicBezTo>
                  <a:cubicBezTo>
                    <a:pt x="174" y="4219"/>
                    <a:pt x="1175" y="5132"/>
                    <a:pt x="2392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6"/>
            <p:cNvSpPr/>
            <p:nvPr/>
          </p:nvSpPr>
          <p:spPr>
            <a:xfrm>
              <a:off x="1042200" y="322925"/>
              <a:ext cx="112000" cy="110925"/>
            </a:xfrm>
            <a:custGeom>
              <a:rect b="b" l="l" r="r" t="t"/>
              <a:pathLst>
                <a:path extrusionOk="0" h="4437" w="4480">
                  <a:moveTo>
                    <a:pt x="2044" y="4393"/>
                  </a:moveTo>
                  <a:cubicBezTo>
                    <a:pt x="3697" y="4306"/>
                    <a:pt x="4480" y="2262"/>
                    <a:pt x="3218" y="1131"/>
                  </a:cubicBezTo>
                  <a:cubicBezTo>
                    <a:pt x="2001" y="0"/>
                    <a:pt x="0" y="914"/>
                    <a:pt x="87" y="2610"/>
                  </a:cubicBezTo>
                  <a:cubicBezTo>
                    <a:pt x="130" y="3610"/>
                    <a:pt x="1000" y="4437"/>
                    <a:pt x="2044" y="43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878000" y="332700"/>
              <a:ext cx="95700" cy="94625"/>
            </a:xfrm>
            <a:custGeom>
              <a:rect b="b" l="l" r="r" t="t"/>
              <a:pathLst>
                <a:path extrusionOk="0" h="3785" w="3828">
                  <a:moveTo>
                    <a:pt x="1740" y="3741"/>
                  </a:moveTo>
                  <a:cubicBezTo>
                    <a:pt x="3176" y="3698"/>
                    <a:pt x="3828" y="1915"/>
                    <a:pt x="2741" y="958"/>
                  </a:cubicBezTo>
                  <a:cubicBezTo>
                    <a:pt x="1697" y="1"/>
                    <a:pt x="1" y="827"/>
                    <a:pt x="88" y="2219"/>
                  </a:cubicBezTo>
                  <a:cubicBezTo>
                    <a:pt x="131" y="3089"/>
                    <a:pt x="870" y="3785"/>
                    <a:pt x="1740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729050" y="342500"/>
              <a:ext cx="77225" cy="78300"/>
            </a:xfrm>
            <a:custGeom>
              <a:rect b="b" l="l" r="r" t="t"/>
              <a:pathLst>
                <a:path extrusionOk="0" h="3132" w="3089">
                  <a:moveTo>
                    <a:pt x="1435" y="3088"/>
                  </a:moveTo>
                  <a:cubicBezTo>
                    <a:pt x="2566" y="3045"/>
                    <a:pt x="3088" y="1610"/>
                    <a:pt x="2262" y="783"/>
                  </a:cubicBezTo>
                  <a:cubicBezTo>
                    <a:pt x="1392" y="0"/>
                    <a:pt x="0" y="653"/>
                    <a:pt x="44" y="1827"/>
                  </a:cubicBezTo>
                  <a:cubicBezTo>
                    <a:pt x="44" y="2523"/>
                    <a:pt x="696" y="3132"/>
                    <a:pt x="1435" y="30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2349513" y="2030413"/>
            <a:ext cx="4488600" cy="57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2349513" y="2793438"/>
            <a:ext cx="4488600" cy="11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4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" name="Google Shape;49;p7"/>
          <p:cNvCxnSpPr/>
          <p:nvPr/>
        </p:nvCxnSpPr>
        <p:spPr>
          <a:xfrm>
            <a:off x="-111400" y="3391105"/>
            <a:ext cx="6293400" cy="1803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50" name="Google Shape;50;p7"/>
          <p:cNvGrpSpPr/>
          <p:nvPr/>
        </p:nvGrpSpPr>
        <p:grpSpPr>
          <a:xfrm>
            <a:off x="-1867070" y="-959950"/>
            <a:ext cx="12904395" cy="3805200"/>
            <a:chOff x="-1867070" y="-959950"/>
            <a:chExt cx="12904395" cy="3805200"/>
          </a:xfrm>
        </p:grpSpPr>
        <p:cxnSp>
          <p:nvCxnSpPr>
            <p:cNvPr id="51" name="Google Shape;51;p7"/>
            <p:cNvCxnSpPr/>
            <p:nvPr/>
          </p:nvCxnSpPr>
          <p:spPr>
            <a:xfrm flipH="1" rot="10800000">
              <a:off x="2407050" y="941750"/>
              <a:ext cx="4329900" cy="9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52" name="Google Shape;52;p7"/>
            <p:cNvCxnSpPr/>
            <p:nvPr/>
          </p:nvCxnSpPr>
          <p:spPr>
            <a:xfrm flipH="1" rot="10800000">
              <a:off x="-1867070" y="942650"/>
              <a:ext cx="4247100" cy="19026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chemeClr val="lt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53" name="Google Shape;53;p7"/>
            <p:cNvCxnSpPr/>
            <p:nvPr/>
          </p:nvCxnSpPr>
          <p:spPr>
            <a:xfrm flipH="1" rot="10800000">
              <a:off x="6790225" y="-959950"/>
              <a:ext cx="4247100" cy="19026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chemeClr val="lt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713250" y="3696625"/>
            <a:ext cx="2926200" cy="7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/>
          <p:nvPr>
            <p:ph hasCustomPrompt="1" type="title"/>
          </p:nvPr>
        </p:nvSpPr>
        <p:spPr>
          <a:xfrm>
            <a:off x="1896375" y="1437988"/>
            <a:ext cx="5351100" cy="14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/>
          <p:nvPr>
            <p:ph idx="1" type="body"/>
          </p:nvPr>
        </p:nvSpPr>
        <p:spPr>
          <a:xfrm>
            <a:off x="1896375" y="3092551"/>
            <a:ext cx="5351100" cy="58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/>
        </p:txBody>
      </p:sp>
      <p:cxnSp>
        <p:nvCxnSpPr>
          <p:cNvPr id="68" name="Google Shape;68;p11"/>
          <p:cNvCxnSpPr/>
          <p:nvPr/>
        </p:nvCxnSpPr>
        <p:spPr>
          <a:xfrm>
            <a:off x="0" y="3231450"/>
            <a:ext cx="7330800" cy="19827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" name="Google Shape;69;p11"/>
          <p:cNvCxnSpPr/>
          <p:nvPr/>
        </p:nvCxnSpPr>
        <p:spPr>
          <a:xfrm flipH="1" rot="-5400000">
            <a:off x="5411600" y="1559300"/>
            <a:ext cx="5291700" cy="1905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0" name="Google Shape;70;p11"/>
          <p:cNvCxnSpPr/>
          <p:nvPr/>
        </p:nvCxnSpPr>
        <p:spPr>
          <a:xfrm flipH="1" rot="10800000">
            <a:off x="0" y="-63481"/>
            <a:ext cx="4861200" cy="16968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/>
          <p:nvPr/>
        </p:nvSpPr>
        <p:spPr>
          <a:xfrm>
            <a:off x="306900" y="324600"/>
            <a:ext cx="8530200" cy="4494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/>
          <p:nvPr/>
        </p:nvSpPr>
        <p:spPr>
          <a:xfrm>
            <a:off x="144600" y="229350"/>
            <a:ext cx="8854800" cy="4684800"/>
          </a:xfrm>
          <a:prstGeom prst="plaque">
            <a:avLst>
              <a:gd fmla="val 8509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 txBox="1"/>
          <p:nvPr>
            <p:ph hasCustomPrompt="1" type="title"/>
          </p:nvPr>
        </p:nvSpPr>
        <p:spPr>
          <a:xfrm>
            <a:off x="1618100" y="1373369"/>
            <a:ext cx="656100" cy="500100"/>
          </a:xfrm>
          <a:prstGeom prst="rect">
            <a:avLst/>
          </a:prstGeom>
          <a:effectLst>
            <a:outerShdw rotWithShape="0" algn="bl" dir="19020000" dist="19050">
              <a:srgbClr val="D25F4B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 sz="2400">
                <a:solidFill>
                  <a:srgbClr val="263C6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/>
          <p:nvPr>
            <p:ph idx="2" type="title"/>
          </p:nvPr>
        </p:nvSpPr>
        <p:spPr>
          <a:xfrm>
            <a:off x="2274200" y="1373375"/>
            <a:ext cx="5625900" cy="500100"/>
          </a:xfrm>
          <a:prstGeom prst="rect">
            <a:avLst/>
          </a:prstGeom>
          <a:effectLst>
            <a:outerShdw rotWithShape="0" algn="bl" dir="19020000" dist="19050">
              <a:srgbClr val="D25F4B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9pPr>
          </a:lstStyle>
          <a:p/>
        </p:txBody>
      </p:sp>
      <p:sp>
        <p:nvSpPr>
          <p:cNvPr id="78" name="Google Shape;78;p13"/>
          <p:cNvSpPr txBox="1"/>
          <p:nvPr>
            <p:ph idx="1" type="subTitle"/>
          </p:nvPr>
        </p:nvSpPr>
        <p:spPr>
          <a:xfrm>
            <a:off x="2274200" y="1742240"/>
            <a:ext cx="5625900" cy="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79" name="Google Shape;79;p13"/>
          <p:cNvSpPr txBox="1"/>
          <p:nvPr>
            <p:ph hasCustomPrompt="1" idx="3" type="title"/>
          </p:nvPr>
        </p:nvSpPr>
        <p:spPr>
          <a:xfrm>
            <a:off x="1618100" y="2174069"/>
            <a:ext cx="656100" cy="500100"/>
          </a:xfrm>
          <a:prstGeom prst="rect">
            <a:avLst/>
          </a:prstGeom>
          <a:effectLst>
            <a:outerShdw rotWithShape="0" algn="bl" dir="19020000" dist="19050">
              <a:srgbClr val="D25F4B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 sz="2400">
                <a:solidFill>
                  <a:srgbClr val="263C6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/>
          <p:nvPr>
            <p:ph idx="4" type="title"/>
          </p:nvPr>
        </p:nvSpPr>
        <p:spPr>
          <a:xfrm>
            <a:off x="2274200" y="2174071"/>
            <a:ext cx="5625900" cy="500100"/>
          </a:xfrm>
          <a:prstGeom prst="rect">
            <a:avLst/>
          </a:prstGeom>
          <a:effectLst>
            <a:outerShdw rotWithShape="0" algn="bl" dir="19020000" dist="19050">
              <a:srgbClr val="D25F4B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9pPr>
          </a:lstStyle>
          <a:p/>
        </p:txBody>
      </p:sp>
      <p:sp>
        <p:nvSpPr>
          <p:cNvPr id="81" name="Google Shape;81;p13"/>
          <p:cNvSpPr txBox="1"/>
          <p:nvPr>
            <p:ph idx="5" type="subTitle"/>
          </p:nvPr>
        </p:nvSpPr>
        <p:spPr>
          <a:xfrm>
            <a:off x="2274200" y="2542936"/>
            <a:ext cx="5625900" cy="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82" name="Google Shape;82;p13"/>
          <p:cNvSpPr txBox="1"/>
          <p:nvPr>
            <p:ph hasCustomPrompt="1" idx="6" type="title"/>
          </p:nvPr>
        </p:nvSpPr>
        <p:spPr>
          <a:xfrm>
            <a:off x="1618100" y="2974769"/>
            <a:ext cx="656100" cy="500100"/>
          </a:xfrm>
          <a:prstGeom prst="rect">
            <a:avLst/>
          </a:prstGeom>
          <a:effectLst>
            <a:outerShdw rotWithShape="0" algn="bl" dir="19020000" dist="19050">
              <a:srgbClr val="D25F4B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 sz="2400">
                <a:solidFill>
                  <a:srgbClr val="263C6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/>
          <p:nvPr>
            <p:ph idx="7" type="title"/>
          </p:nvPr>
        </p:nvSpPr>
        <p:spPr>
          <a:xfrm>
            <a:off x="2274200" y="2974767"/>
            <a:ext cx="5625900" cy="500100"/>
          </a:xfrm>
          <a:prstGeom prst="rect">
            <a:avLst/>
          </a:prstGeom>
          <a:effectLst>
            <a:outerShdw rotWithShape="0" algn="bl" dir="19020000" dist="19050">
              <a:srgbClr val="D25F4B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8" type="subTitle"/>
          </p:nvPr>
        </p:nvSpPr>
        <p:spPr>
          <a:xfrm>
            <a:off x="2274200" y="3343632"/>
            <a:ext cx="5625900" cy="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85" name="Google Shape;85;p13"/>
          <p:cNvSpPr txBox="1"/>
          <p:nvPr>
            <p:ph hasCustomPrompt="1" idx="9" type="title"/>
          </p:nvPr>
        </p:nvSpPr>
        <p:spPr>
          <a:xfrm>
            <a:off x="1618100" y="3775469"/>
            <a:ext cx="656100" cy="500100"/>
          </a:xfrm>
          <a:prstGeom prst="rect">
            <a:avLst/>
          </a:prstGeom>
          <a:effectLst>
            <a:outerShdw rotWithShape="0" algn="bl" dir="19020000" dist="19050">
              <a:srgbClr val="D25F4B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 sz="2400">
                <a:solidFill>
                  <a:srgbClr val="263C6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/>
          <p:nvPr>
            <p:ph idx="13" type="title"/>
          </p:nvPr>
        </p:nvSpPr>
        <p:spPr>
          <a:xfrm>
            <a:off x="2274200" y="3775463"/>
            <a:ext cx="5625900" cy="500100"/>
          </a:xfrm>
          <a:prstGeom prst="rect">
            <a:avLst/>
          </a:prstGeom>
          <a:effectLst>
            <a:outerShdw rotWithShape="0" algn="bl" dir="19020000" dist="19050">
              <a:srgbClr val="D25F4B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263C66"/>
                </a:solidFill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4" type="subTitle"/>
          </p:nvPr>
        </p:nvSpPr>
        <p:spPr>
          <a:xfrm>
            <a:off x="2274200" y="4144327"/>
            <a:ext cx="5625900" cy="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88" name="Google Shape;88;p13"/>
          <p:cNvSpPr txBox="1"/>
          <p:nvPr>
            <p:ph idx="15"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89" name="Google Shape;89;p13"/>
          <p:cNvGrpSpPr/>
          <p:nvPr/>
        </p:nvGrpSpPr>
        <p:grpSpPr>
          <a:xfrm>
            <a:off x="2504660" y="1133688"/>
            <a:ext cx="4134677" cy="221374"/>
            <a:chOff x="729050" y="223975"/>
            <a:chExt cx="6133625" cy="328400"/>
          </a:xfrm>
        </p:grpSpPr>
        <p:sp>
          <p:nvSpPr>
            <p:cNvPr id="90" name="Google Shape;90;p13"/>
            <p:cNvSpPr/>
            <p:nvPr/>
          </p:nvSpPr>
          <p:spPr>
            <a:xfrm>
              <a:off x="1275975" y="223975"/>
              <a:ext cx="5038675" cy="328400"/>
            </a:xfrm>
            <a:custGeom>
              <a:rect b="b" l="l" r="r" t="t"/>
              <a:pathLst>
                <a:path extrusionOk="0" h="13136" w="201547">
                  <a:moveTo>
                    <a:pt x="201547" y="5481"/>
                  </a:moveTo>
                  <a:lnTo>
                    <a:pt x="201547" y="7351"/>
                  </a:lnTo>
                  <a:lnTo>
                    <a:pt x="145136" y="7351"/>
                  </a:lnTo>
                  <a:cubicBezTo>
                    <a:pt x="143918" y="7351"/>
                    <a:pt x="142744" y="7829"/>
                    <a:pt x="141961" y="8743"/>
                  </a:cubicBezTo>
                  <a:cubicBezTo>
                    <a:pt x="140526" y="8438"/>
                    <a:pt x="139178" y="6959"/>
                    <a:pt x="137525" y="5785"/>
                  </a:cubicBezTo>
                  <a:cubicBezTo>
                    <a:pt x="135046" y="4089"/>
                    <a:pt x="133045" y="3958"/>
                    <a:pt x="130479" y="5524"/>
                  </a:cubicBezTo>
                  <a:cubicBezTo>
                    <a:pt x="129087" y="6394"/>
                    <a:pt x="127739" y="7351"/>
                    <a:pt x="126434" y="8395"/>
                  </a:cubicBezTo>
                  <a:cubicBezTo>
                    <a:pt x="122520" y="11309"/>
                    <a:pt x="117997" y="13136"/>
                    <a:pt x="115039" y="7916"/>
                  </a:cubicBezTo>
                  <a:cubicBezTo>
                    <a:pt x="113995" y="8482"/>
                    <a:pt x="112908" y="8830"/>
                    <a:pt x="111777" y="9047"/>
                  </a:cubicBezTo>
                  <a:cubicBezTo>
                    <a:pt x="105949" y="10091"/>
                    <a:pt x="103470" y="3741"/>
                    <a:pt x="107428" y="1175"/>
                  </a:cubicBezTo>
                  <a:cubicBezTo>
                    <a:pt x="109211" y="1"/>
                    <a:pt x="111690" y="392"/>
                    <a:pt x="112386" y="3132"/>
                  </a:cubicBezTo>
                  <a:cubicBezTo>
                    <a:pt x="109254" y="1784"/>
                    <a:pt x="106340" y="5872"/>
                    <a:pt x="110037" y="7046"/>
                  </a:cubicBezTo>
                  <a:cubicBezTo>
                    <a:pt x="112256" y="7742"/>
                    <a:pt x="115561" y="6003"/>
                    <a:pt x="117127" y="5046"/>
                  </a:cubicBezTo>
                  <a:cubicBezTo>
                    <a:pt x="120693" y="2828"/>
                    <a:pt x="125651" y="914"/>
                    <a:pt x="128478" y="5176"/>
                  </a:cubicBezTo>
                  <a:cubicBezTo>
                    <a:pt x="130044" y="4002"/>
                    <a:pt x="132045" y="2567"/>
                    <a:pt x="134002" y="2436"/>
                  </a:cubicBezTo>
                  <a:cubicBezTo>
                    <a:pt x="137916" y="2219"/>
                    <a:pt x="139047" y="5481"/>
                    <a:pt x="142744" y="5481"/>
                  </a:cubicBezTo>
                  <a:close/>
                  <a:moveTo>
                    <a:pt x="0" y="7351"/>
                  </a:moveTo>
                  <a:lnTo>
                    <a:pt x="0" y="5481"/>
                  </a:lnTo>
                  <a:lnTo>
                    <a:pt x="58846" y="5481"/>
                  </a:lnTo>
                  <a:cubicBezTo>
                    <a:pt x="62543" y="5481"/>
                    <a:pt x="63674" y="2219"/>
                    <a:pt x="67545" y="2436"/>
                  </a:cubicBezTo>
                  <a:cubicBezTo>
                    <a:pt x="69458" y="2567"/>
                    <a:pt x="71459" y="4002"/>
                    <a:pt x="73068" y="5176"/>
                  </a:cubicBezTo>
                  <a:cubicBezTo>
                    <a:pt x="75895" y="914"/>
                    <a:pt x="80810" y="2828"/>
                    <a:pt x="84420" y="5046"/>
                  </a:cubicBezTo>
                  <a:cubicBezTo>
                    <a:pt x="86029" y="6003"/>
                    <a:pt x="89291" y="7742"/>
                    <a:pt x="91466" y="7046"/>
                  </a:cubicBezTo>
                  <a:cubicBezTo>
                    <a:pt x="95163" y="5872"/>
                    <a:pt x="92292" y="1784"/>
                    <a:pt x="89117" y="3132"/>
                  </a:cubicBezTo>
                  <a:cubicBezTo>
                    <a:pt x="89857" y="392"/>
                    <a:pt x="92336" y="1"/>
                    <a:pt x="94119" y="1175"/>
                  </a:cubicBezTo>
                  <a:cubicBezTo>
                    <a:pt x="98077" y="3741"/>
                    <a:pt x="95554" y="10091"/>
                    <a:pt x="89770" y="9047"/>
                  </a:cubicBezTo>
                  <a:cubicBezTo>
                    <a:pt x="88639" y="8830"/>
                    <a:pt x="87551" y="8438"/>
                    <a:pt x="86508" y="7916"/>
                  </a:cubicBezTo>
                  <a:cubicBezTo>
                    <a:pt x="83550" y="13136"/>
                    <a:pt x="79027" y="11309"/>
                    <a:pt x="75112" y="8351"/>
                  </a:cubicBezTo>
                  <a:cubicBezTo>
                    <a:pt x="73808" y="7351"/>
                    <a:pt x="72459" y="6394"/>
                    <a:pt x="71068" y="5524"/>
                  </a:cubicBezTo>
                  <a:cubicBezTo>
                    <a:pt x="68502" y="3958"/>
                    <a:pt x="66501" y="4089"/>
                    <a:pt x="63978" y="5785"/>
                  </a:cubicBezTo>
                  <a:cubicBezTo>
                    <a:pt x="62369" y="6916"/>
                    <a:pt x="60977" y="8438"/>
                    <a:pt x="59585" y="8743"/>
                  </a:cubicBezTo>
                  <a:cubicBezTo>
                    <a:pt x="58759" y="7829"/>
                    <a:pt x="57585" y="7307"/>
                    <a:pt x="56367" y="7351"/>
                  </a:cubicBezTo>
                  <a:close/>
                  <a:moveTo>
                    <a:pt x="116170" y="7351"/>
                  </a:moveTo>
                  <a:cubicBezTo>
                    <a:pt x="118997" y="11961"/>
                    <a:pt x="123477" y="9004"/>
                    <a:pt x="126739" y="6525"/>
                  </a:cubicBezTo>
                  <a:lnTo>
                    <a:pt x="126869" y="6438"/>
                  </a:lnTo>
                  <a:cubicBezTo>
                    <a:pt x="124216" y="3132"/>
                    <a:pt x="119780" y="5133"/>
                    <a:pt x="116822" y="6959"/>
                  </a:cubicBezTo>
                  <a:cubicBezTo>
                    <a:pt x="116605" y="7133"/>
                    <a:pt x="116387" y="7264"/>
                    <a:pt x="116170" y="7394"/>
                  </a:cubicBezTo>
                  <a:moveTo>
                    <a:pt x="85420" y="7394"/>
                  </a:moveTo>
                  <a:cubicBezTo>
                    <a:pt x="85203" y="7264"/>
                    <a:pt x="84985" y="7133"/>
                    <a:pt x="84724" y="6959"/>
                  </a:cubicBezTo>
                  <a:cubicBezTo>
                    <a:pt x="81767" y="5133"/>
                    <a:pt x="77374" y="3176"/>
                    <a:pt x="74721" y="6438"/>
                  </a:cubicBezTo>
                  <a:lnTo>
                    <a:pt x="74852" y="6525"/>
                  </a:lnTo>
                  <a:cubicBezTo>
                    <a:pt x="78113" y="9004"/>
                    <a:pt x="82593" y="11961"/>
                    <a:pt x="85420" y="735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624177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828" y="5089"/>
                  </a:moveTo>
                  <a:cubicBezTo>
                    <a:pt x="871" y="5002"/>
                    <a:pt x="1" y="2610"/>
                    <a:pt x="1436" y="1305"/>
                  </a:cubicBezTo>
                  <a:cubicBezTo>
                    <a:pt x="2871" y="0"/>
                    <a:pt x="5176" y="1087"/>
                    <a:pt x="5089" y="3045"/>
                  </a:cubicBezTo>
                  <a:cubicBezTo>
                    <a:pt x="5002" y="4219"/>
                    <a:pt x="4002" y="5132"/>
                    <a:pt x="2828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6437500" y="322925"/>
              <a:ext cx="112025" cy="110925"/>
            </a:xfrm>
            <a:custGeom>
              <a:rect b="b" l="l" r="r" t="t"/>
              <a:pathLst>
                <a:path extrusionOk="0" h="4437" w="4481">
                  <a:moveTo>
                    <a:pt x="2436" y="4393"/>
                  </a:moveTo>
                  <a:cubicBezTo>
                    <a:pt x="740" y="4306"/>
                    <a:pt x="0" y="2262"/>
                    <a:pt x="1262" y="1131"/>
                  </a:cubicBezTo>
                  <a:cubicBezTo>
                    <a:pt x="2479" y="0"/>
                    <a:pt x="4480" y="914"/>
                    <a:pt x="4393" y="2610"/>
                  </a:cubicBezTo>
                  <a:cubicBezTo>
                    <a:pt x="4350" y="3654"/>
                    <a:pt x="3480" y="4437"/>
                    <a:pt x="2436" y="43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618000" y="332700"/>
              <a:ext cx="94625" cy="94625"/>
            </a:xfrm>
            <a:custGeom>
              <a:rect b="b" l="l" r="r" t="t"/>
              <a:pathLst>
                <a:path extrusionOk="0" h="3785" w="3785">
                  <a:moveTo>
                    <a:pt x="2044" y="3741"/>
                  </a:moveTo>
                  <a:cubicBezTo>
                    <a:pt x="653" y="3698"/>
                    <a:pt x="0" y="1915"/>
                    <a:pt x="1044" y="958"/>
                  </a:cubicBezTo>
                  <a:cubicBezTo>
                    <a:pt x="2088" y="1"/>
                    <a:pt x="3784" y="827"/>
                    <a:pt x="3741" y="2219"/>
                  </a:cubicBezTo>
                  <a:cubicBezTo>
                    <a:pt x="3654" y="3089"/>
                    <a:pt x="2914" y="3785"/>
                    <a:pt x="2044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6784350" y="342500"/>
              <a:ext cx="78325" cy="77225"/>
            </a:xfrm>
            <a:custGeom>
              <a:rect b="b" l="l" r="r" t="t"/>
              <a:pathLst>
                <a:path extrusionOk="0" h="3089" w="3133">
                  <a:moveTo>
                    <a:pt x="1697" y="3088"/>
                  </a:moveTo>
                  <a:cubicBezTo>
                    <a:pt x="523" y="3045"/>
                    <a:pt x="1" y="1610"/>
                    <a:pt x="871" y="827"/>
                  </a:cubicBezTo>
                  <a:cubicBezTo>
                    <a:pt x="1740" y="0"/>
                    <a:pt x="3132" y="653"/>
                    <a:pt x="3089" y="1827"/>
                  </a:cubicBezTo>
                  <a:cubicBezTo>
                    <a:pt x="3045" y="2523"/>
                    <a:pt x="2436" y="3088"/>
                    <a:pt x="1697" y="304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121942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392" y="5089"/>
                  </a:moveTo>
                  <a:cubicBezTo>
                    <a:pt x="4306" y="5002"/>
                    <a:pt x="5176" y="2610"/>
                    <a:pt x="3741" y="1305"/>
                  </a:cubicBezTo>
                  <a:cubicBezTo>
                    <a:pt x="2306" y="0"/>
                    <a:pt x="0" y="1087"/>
                    <a:pt x="131" y="3045"/>
                  </a:cubicBezTo>
                  <a:cubicBezTo>
                    <a:pt x="174" y="4219"/>
                    <a:pt x="1175" y="5132"/>
                    <a:pt x="2392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1042200" y="322925"/>
              <a:ext cx="112000" cy="110925"/>
            </a:xfrm>
            <a:custGeom>
              <a:rect b="b" l="l" r="r" t="t"/>
              <a:pathLst>
                <a:path extrusionOk="0" h="4437" w="4480">
                  <a:moveTo>
                    <a:pt x="2044" y="4393"/>
                  </a:moveTo>
                  <a:cubicBezTo>
                    <a:pt x="3697" y="4306"/>
                    <a:pt x="4480" y="2262"/>
                    <a:pt x="3218" y="1131"/>
                  </a:cubicBezTo>
                  <a:cubicBezTo>
                    <a:pt x="2001" y="0"/>
                    <a:pt x="0" y="914"/>
                    <a:pt x="87" y="2610"/>
                  </a:cubicBezTo>
                  <a:cubicBezTo>
                    <a:pt x="130" y="3610"/>
                    <a:pt x="1000" y="4437"/>
                    <a:pt x="2044" y="43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878000" y="332700"/>
              <a:ext cx="95700" cy="94625"/>
            </a:xfrm>
            <a:custGeom>
              <a:rect b="b" l="l" r="r" t="t"/>
              <a:pathLst>
                <a:path extrusionOk="0" h="3785" w="3828">
                  <a:moveTo>
                    <a:pt x="1740" y="3741"/>
                  </a:moveTo>
                  <a:cubicBezTo>
                    <a:pt x="3176" y="3698"/>
                    <a:pt x="3828" y="1915"/>
                    <a:pt x="2741" y="958"/>
                  </a:cubicBezTo>
                  <a:cubicBezTo>
                    <a:pt x="1697" y="1"/>
                    <a:pt x="1" y="827"/>
                    <a:pt x="88" y="2219"/>
                  </a:cubicBezTo>
                  <a:cubicBezTo>
                    <a:pt x="131" y="3089"/>
                    <a:pt x="870" y="3785"/>
                    <a:pt x="1740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729050" y="342500"/>
              <a:ext cx="77225" cy="78300"/>
            </a:xfrm>
            <a:custGeom>
              <a:rect b="b" l="l" r="r" t="t"/>
              <a:pathLst>
                <a:path extrusionOk="0" h="3132" w="3089">
                  <a:moveTo>
                    <a:pt x="1435" y="3088"/>
                  </a:moveTo>
                  <a:cubicBezTo>
                    <a:pt x="2566" y="3045"/>
                    <a:pt x="3088" y="1610"/>
                    <a:pt x="2262" y="783"/>
                  </a:cubicBezTo>
                  <a:cubicBezTo>
                    <a:pt x="1392" y="0"/>
                    <a:pt x="0" y="653"/>
                    <a:pt x="44" y="1827"/>
                  </a:cubicBezTo>
                  <a:cubicBezTo>
                    <a:pt x="44" y="2523"/>
                    <a:pt x="696" y="3132"/>
                    <a:pt x="1435" y="30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3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>
            <p:ph type="title"/>
          </p:nvPr>
        </p:nvSpPr>
        <p:spPr>
          <a:xfrm>
            <a:off x="1176913" y="2691400"/>
            <a:ext cx="1930800" cy="5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14"/>
          <p:cNvSpPr txBox="1"/>
          <p:nvPr>
            <p:ph idx="1" type="subTitle"/>
          </p:nvPr>
        </p:nvSpPr>
        <p:spPr>
          <a:xfrm>
            <a:off x="1176913" y="3058444"/>
            <a:ext cx="1930800" cy="9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03" name="Google Shape;103;p14"/>
          <p:cNvSpPr txBox="1"/>
          <p:nvPr>
            <p:ph idx="2" type="title"/>
          </p:nvPr>
        </p:nvSpPr>
        <p:spPr>
          <a:xfrm>
            <a:off x="3606588" y="2691400"/>
            <a:ext cx="1930800" cy="5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4" name="Google Shape;104;p14"/>
          <p:cNvSpPr txBox="1"/>
          <p:nvPr>
            <p:ph idx="3" type="subTitle"/>
          </p:nvPr>
        </p:nvSpPr>
        <p:spPr>
          <a:xfrm>
            <a:off x="3606588" y="3058444"/>
            <a:ext cx="1930800" cy="9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4" type="title"/>
          </p:nvPr>
        </p:nvSpPr>
        <p:spPr>
          <a:xfrm>
            <a:off x="6036263" y="2691400"/>
            <a:ext cx="1930800" cy="5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6" name="Google Shape;106;p14"/>
          <p:cNvSpPr txBox="1"/>
          <p:nvPr>
            <p:ph idx="5" type="subTitle"/>
          </p:nvPr>
        </p:nvSpPr>
        <p:spPr>
          <a:xfrm>
            <a:off x="6036263" y="3058444"/>
            <a:ext cx="1930800" cy="9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6"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08" name="Google Shape;108;p14"/>
          <p:cNvGrpSpPr/>
          <p:nvPr/>
        </p:nvGrpSpPr>
        <p:grpSpPr>
          <a:xfrm>
            <a:off x="-141100" y="4061013"/>
            <a:ext cx="9284980" cy="656443"/>
            <a:chOff x="-141100" y="1559150"/>
            <a:chExt cx="9284980" cy="1545300"/>
          </a:xfrm>
        </p:grpSpPr>
        <p:cxnSp>
          <p:nvCxnSpPr>
            <p:cNvPr id="109" name="Google Shape;109;p14"/>
            <p:cNvCxnSpPr/>
            <p:nvPr/>
          </p:nvCxnSpPr>
          <p:spPr>
            <a:xfrm flipH="1" rot="10800000">
              <a:off x="-141100" y="1559150"/>
              <a:ext cx="3055800" cy="15453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chemeClr val="lt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10" name="Google Shape;110;p14"/>
            <p:cNvCxnSpPr/>
            <p:nvPr/>
          </p:nvCxnSpPr>
          <p:spPr>
            <a:xfrm rot="10800000">
              <a:off x="2973610" y="1559150"/>
              <a:ext cx="3055800" cy="15453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chemeClr val="lt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11" name="Google Shape;111;p14"/>
            <p:cNvCxnSpPr/>
            <p:nvPr/>
          </p:nvCxnSpPr>
          <p:spPr>
            <a:xfrm flipH="1" rot="10800000">
              <a:off x="6088080" y="1559150"/>
              <a:ext cx="3055800" cy="15453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chemeClr val="lt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2" name="Google Shape;112;p14"/>
          <p:cNvGrpSpPr/>
          <p:nvPr/>
        </p:nvGrpSpPr>
        <p:grpSpPr>
          <a:xfrm>
            <a:off x="2504660" y="1133688"/>
            <a:ext cx="4134677" cy="221374"/>
            <a:chOff x="729050" y="223975"/>
            <a:chExt cx="6133625" cy="328400"/>
          </a:xfrm>
        </p:grpSpPr>
        <p:sp>
          <p:nvSpPr>
            <p:cNvPr id="113" name="Google Shape;113;p14"/>
            <p:cNvSpPr/>
            <p:nvPr/>
          </p:nvSpPr>
          <p:spPr>
            <a:xfrm>
              <a:off x="1275975" y="223975"/>
              <a:ext cx="5038675" cy="328400"/>
            </a:xfrm>
            <a:custGeom>
              <a:rect b="b" l="l" r="r" t="t"/>
              <a:pathLst>
                <a:path extrusionOk="0" h="13136" w="201547">
                  <a:moveTo>
                    <a:pt x="201547" y="5481"/>
                  </a:moveTo>
                  <a:lnTo>
                    <a:pt x="201547" y="7351"/>
                  </a:lnTo>
                  <a:lnTo>
                    <a:pt x="145136" y="7351"/>
                  </a:lnTo>
                  <a:cubicBezTo>
                    <a:pt x="143918" y="7351"/>
                    <a:pt x="142744" y="7829"/>
                    <a:pt x="141961" y="8743"/>
                  </a:cubicBezTo>
                  <a:cubicBezTo>
                    <a:pt x="140526" y="8438"/>
                    <a:pt x="139178" y="6959"/>
                    <a:pt x="137525" y="5785"/>
                  </a:cubicBezTo>
                  <a:cubicBezTo>
                    <a:pt x="135046" y="4089"/>
                    <a:pt x="133045" y="3958"/>
                    <a:pt x="130479" y="5524"/>
                  </a:cubicBezTo>
                  <a:cubicBezTo>
                    <a:pt x="129087" y="6394"/>
                    <a:pt x="127739" y="7351"/>
                    <a:pt x="126434" y="8395"/>
                  </a:cubicBezTo>
                  <a:cubicBezTo>
                    <a:pt x="122520" y="11309"/>
                    <a:pt x="117997" y="13136"/>
                    <a:pt x="115039" y="7916"/>
                  </a:cubicBezTo>
                  <a:cubicBezTo>
                    <a:pt x="113995" y="8482"/>
                    <a:pt x="112908" y="8830"/>
                    <a:pt x="111777" y="9047"/>
                  </a:cubicBezTo>
                  <a:cubicBezTo>
                    <a:pt x="105949" y="10091"/>
                    <a:pt x="103470" y="3741"/>
                    <a:pt x="107428" y="1175"/>
                  </a:cubicBezTo>
                  <a:cubicBezTo>
                    <a:pt x="109211" y="1"/>
                    <a:pt x="111690" y="392"/>
                    <a:pt x="112386" y="3132"/>
                  </a:cubicBezTo>
                  <a:cubicBezTo>
                    <a:pt x="109254" y="1784"/>
                    <a:pt x="106340" y="5872"/>
                    <a:pt x="110037" y="7046"/>
                  </a:cubicBezTo>
                  <a:cubicBezTo>
                    <a:pt x="112256" y="7742"/>
                    <a:pt x="115561" y="6003"/>
                    <a:pt x="117127" y="5046"/>
                  </a:cubicBezTo>
                  <a:cubicBezTo>
                    <a:pt x="120693" y="2828"/>
                    <a:pt x="125651" y="914"/>
                    <a:pt x="128478" y="5176"/>
                  </a:cubicBezTo>
                  <a:cubicBezTo>
                    <a:pt x="130044" y="4002"/>
                    <a:pt x="132045" y="2567"/>
                    <a:pt x="134002" y="2436"/>
                  </a:cubicBezTo>
                  <a:cubicBezTo>
                    <a:pt x="137916" y="2219"/>
                    <a:pt x="139047" y="5481"/>
                    <a:pt x="142744" y="5481"/>
                  </a:cubicBezTo>
                  <a:close/>
                  <a:moveTo>
                    <a:pt x="0" y="7351"/>
                  </a:moveTo>
                  <a:lnTo>
                    <a:pt x="0" y="5481"/>
                  </a:lnTo>
                  <a:lnTo>
                    <a:pt x="58846" y="5481"/>
                  </a:lnTo>
                  <a:cubicBezTo>
                    <a:pt x="62543" y="5481"/>
                    <a:pt x="63674" y="2219"/>
                    <a:pt x="67545" y="2436"/>
                  </a:cubicBezTo>
                  <a:cubicBezTo>
                    <a:pt x="69458" y="2567"/>
                    <a:pt x="71459" y="4002"/>
                    <a:pt x="73068" y="5176"/>
                  </a:cubicBezTo>
                  <a:cubicBezTo>
                    <a:pt x="75895" y="914"/>
                    <a:pt x="80810" y="2828"/>
                    <a:pt x="84420" y="5046"/>
                  </a:cubicBezTo>
                  <a:cubicBezTo>
                    <a:pt x="86029" y="6003"/>
                    <a:pt x="89291" y="7742"/>
                    <a:pt x="91466" y="7046"/>
                  </a:cubicBezTo>
                  <a:cubicBezTo>
                    <a:pt x="95163" y="5872"/>
                    <a:pt x="92292" y="1784"/>
                    <a:pt x="89117" y="3132"/>
                  </a:cubicBezTo>
                  <a:cubicBezTo>
                    <a:pt x="89857" y="392"/>
                    <a:pt x="92336" y="1"/>
                    <a:pt x="94119" y="1175"/>
                  </a:cubicBezTo>
                  <a:cubicBezTo>
                    <a:pt x="98077" y="3741"/>
                    <a:pt x="95554" y="10091"/>
                    <a:pt x="89770" y="9047"/>
                  </a:cubicBezTo>
                  <a:cubicBezTo>
                    <a:pt x="88639" y="8830"/>
                    <a:pt x="87551" y="8438"/>
                    <a:pt x="86508" y="7916"/>
                  </a:cubicBezTo>
                  <a:cubicBezTo>
                    <a:pt x="83550" y="13136"/>
                    <a:pt x="79027" y="11309"/>
                    <a:pt x="75112" y="8351"/>
                  </a:cubicBezTo>
                  <a:cubicBezTo>
                    <a:pt x="73808" y="7351"/>
                    <a:pt x="72459" y="6394"/>
                    <a:pt x="71068" y="5524"/>
                  </a:cubicBezTo>
                  <a:cubicBezTo>
                    <a:pt x="68502" y="3958"/>
                    <a:pt x="66501" y="4089"/>
                    <a:pt x="63978" y="5785"/>
                  </a:cubicBezTo>
                  <a:cubicBezTo>
                    <a:pt x="62369" y="6916"/>
                    <a:pt x="60977" y="8438"/>
                    <a:pt x="59585" y="8743"/>
                  </a:cubicBezTo>
                  <a:cubicBezTo>
                    <a:pt x="58759" y="7829"/>
                    <a:pt x="57585" y="7307"/>
                    <a:pt x="56367" y="7351"/>
                  </a:cubicBezTo>
                  <a:close/>
                  <a:moveTo>
                    <a:pt x="116170" y="7351"/>
                  </a:moveTo>
                  <a:cubicBezTo>
                    <a:pt x="118997" y="11961"/>
                    <a:pt x="123477" y="9004"/>
                    <a:pt x="126739" y="6525"/>
                  </a:cubicBezTo>
                  <a:lnTo>
                    <a:pt x="126869" y="6438"/>
                  </a:lnTo>
                  <a:cubicBezTo>
                    <a:pt x="124216" y="3132"/>
                    <a:pt x="119780" y="5133"/>
                    <a:pt x="116822" y="6959"/>
                  </a:cubicBezTo>
                  <a:cubicBezTo>
                    <a:pt x="116605" y="7133"/>
                    <a:pt x="116387" y="7264"/>
                    <a:pt x="116170" y="7394"/>
                  </a:cubicBezTo>
                  <a:moveTo>
                    <a:pt x="85420" y="7394"/>
                  </a:moveTo>
                  <a:cubicBezTo>
                    <a:pt x="85203" y="7264"/>
                    <a:pt x="84985" y="7133"/>
                    <a:pt x="84724" y="6959"/>
                  </a:cubicBezTo>
                  <a:cubicBezTo>
                    <a:pt x="81767" y="5133"/>
                    <a:pt x="77374" y="3176"/>
                    <a:pt x="74721" y="6438"/>
                  </a:cubicBezTo>
                  <a:lnTo>
                    <a:pt x="74852" y="6525"/>
                  </a:lnTo>
                  <a:cubicBezTo>
                    <a:pt x="78113" y="9004"/>
                    <a:pt x="82593" y="11961"/>
                    <a:pt x="85420" y="735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4"/>
            <p:cNvSpPr/>
            <p:nvPr/>
          </p:nvSpPr>
          <p:spPr>
            <a:xfrm>
              <a:off x="624177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828" y="5089"/>
                  </a:moveTo>
                  <a:cubicBezTo>
                    <a:pt x="871" y="5002"/>
                    <a:pt x="1" y="2610"/>
                    <a:pt x="1436" y="1305"/>
                  </a:cubicBezTo>
                  <a:cubicBezTo>
                    <a:pt x="2871" y="0"/>
                    <a:pt x="5176" y="1087"/>
                    <a:pt x="5089" y="3045"/>
                  </a:cubicBezTo>
                  <a:cubicBezTo>
                    <a:pt x="5002" y="4219"/>
                    <a:pt x="4002" y="5132"/>
                    <a:pt x="2828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4"/>
            <p:cNvSpPr/>
            <p:nvPr/>
          </p:nvSpPr>
          <p:spPr>
            <a:xfrm>
              <a:off x="6437500" y="322925"/>
              <a:ext cx="112025" cy="110925"/>
            </a:xfrm>
            <a:custGeom>
              <a:rect b="b" l="l" r="r" t="t"/>
              <a:pathLst>
                <a:path extrusionOk="0" h="4437" w="4481">
                  <a:moveTo>
                    <a:pt x="2436" y="4393"/>
                  </a:moveTo>
                  <a:cubicBezTo>
                    <a:pt x="740" y="4306"/>
                    <a:pt x="0" y="2262"/>
                    <a:pt x="1262" y="1131"/>
                  </a:cubicBezTo>
                  <a:cubicBezTo>
                    <a:pt x="2479" y="0"/>
                    <a:pt x="4480" y="914"/>
                    <a:pt x="4393" y="2610"/>
                  </a:cubicBezTo>
                  <a:cubicBezTo>
                    <a:pt x="4350" y="3654"/>
                    <a:pt x="3480" y="4437"/>
                    <a:pt x="2436" y="43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6618000" y="332700"/>
              <a:ext cx="94625" cy="94625"/>
            </a:xfrm>
            <a:custGeom>
              <a:rect b="b" l="l" r="r" t="t"/>
              <a:pathLst>
                <a:path extrusionOk="0" h="3785" w="3785">
                  <a:moveTo>
                    <a:pt x="2044" y="3741"/>
                  </a:moveTo>
                  <a:cubicBezTo>
                    <a:pt x="653" y="3698"/>
                    <a:pt x="0" y="1915"/>
                    <a:pt x="1044" y="958"/>
                  </a:cubicBezTo>
                  <a:cubicBezTo>
                    <a:pt x="2088" y="1"/>
                    <a:pt x="3784" y="827"/>
                    <a:pt x="3741" y="2219"/>
                  </a:cubicBezTo>
                  <a:cubicBezTo>
                    <a:pt x="3654" y="3089"/>
                    <a:pt x="2914" y="3785"/>
                    <a:pt x="2044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4"/>
            <p:cNvSpPr/>
            <p:nvPr/>
          </p:nvSpPr>
          <p:spPr>
            <a:xfrm>
              <a:off x="6784350" y="342500"/>
              <a:ext cx="78325" cy="77225"/>
            </a:xfrm>
            <a:custGeom>
              <a:rect b="b" l="l" r="r" t="t"/>
              <a:pathLst>
                <a:path extrusionOk="0" h="3089" w="3133">
                  <a:moveTo>
                    <a:pt x="1697" y="3088"/>
                  </a:moveTo>
                  <a:cubicBezTo>
                    <a:pt x="523" y="3045"/>
                    <a:pt x="1" y="1610"/>
                    <a:pt x="871" y="827"/>
                  </a:cubicBezTo>
                  <a:cubicBezTo>
                    <a:pt x="1740" y="0"/>
                    <a:pt x="3132" y="653"/>
                    <a:pt x="3089" y="1827"/>
                  </a:cubicBezTo>
                  <a:cubicBezTo>
                    <a:pt x="3045" y="2523"/>
                    <a:pt x="2436" y="3088"/>
                    <a:pt x="1697" y="304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121942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392" y="5089"/>
                  </a:moveTo>
                  <a:cubicBezTo>
                    <a:pt x="4306" y="5002"/>
                    <a:pt x="5176" y="2610"/>
                    <a:pt x="3741" y="1305"/>
                  </a:cubicBezTo>
                  <a:cubicBezTo>
                    <a:pt x="2306" y="0"/>
                    <a:pt x="0" y="1087"/>
                    <a:pt x="131" y="3045"/>
                  </a:cubicBezTo>
                  <a:cubicBezTo>
                    <a:pt x="174" y="4219"/>
                    <a:pt x="1175" y="5132"/>
                    <a:pt x="2392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4"/>
            <p:cNvSpPr/>
            <p:nvPr/>
          </p:nvSpPr>
          <p:spPr>
            <a:xfrm>
              <a:off x="1042200" y="322925"/>
              <a:ext cx="112000" cy="110925"/>
            </a:xfrm>
            <a:custGeom>
              <a:rect b="b" l="l" r="r" t="t"/>
              <a:pathLst>
                <a:path extrusionOk="0" h="4437" w="4480">
                  <a:moveTo>
                    <a:pt x="2044" y="4393"/>
                  </a:moveTo>
                  <a:cubicBezTo>
                    <a:pt x="3697" y="4306"/>
                    <a:pt x="4480" y="2262"/>
                    <a:pt x="3218" y="1131"/>
                  </a:cubicBezTo>
                  <a:cubicBezTo>
                    <a:pt x="2001" y="0"/>
                    <a:pt x="0" y="914"/>
                    <a:pt x="87" y="2610"/>
                  </a:cubicBezTo>
                  <a:cubicBezTo>
                    <a:pt x="130" y="3610"/>
                    <a:pt x="1000" y="4437"/>
                    <a:pt x="2044" y="43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4"/>
            <p:cNvSpPr/>
            <p:nvPr/>
          </p:nvSpPr>
          <p:spPr>
            <a:xfrm>
              <a:off x="878000" y="332700"/>
              <a:ext cx="95700" cy="94625"/>
            </a:xfrm>
            <a:custGeom>
              <a:rect b="b" l="l" r="r" t="t"/>
              <a:pathLst>
                <a:path extrusionOk="0" h="3785" w="3828">
                  <a:moveTo>
                    <a:pt x="1740" y="3741"/>
                  </a:moveTo>
                  <a:cubicBezTo>
                    <a:pt x="3176" y="3698"/>
                    <a:pt x="3828" y="1915"/>
                    <a:pt x="2741" y="958"/>
                  </a:cubicBezTo>
                  <a:cubicBezTo>
                    <a:pt x="1697" y="1"/>
                    <a:pt x="1" y="827"/>
                    <a:pt x="88" y="2219"/>
                  </a:cubicBezTo>
                  <a:cubicBezTo>
                    <a:pt x="131" y="3089"/>
                    <a:pt x="870" y="3785"/>
                    <a:pt x="1740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4"/>
            <p:cNvSpPr/>
            <p:nvPr/>
          </p:nvSpPr>
          <p:spPr>
            <a:xfrm>
              <a:off x="729050" y="342500"/>
              <a:ext cx="77225" cy="78300"/>
            </a:xfrm>
            <a:custGeom>
              <a:rect b="b" l="l" r="r" t="t"/>
              <a:pathLst>
                <a:path extrusionOk="0" h="3132" w="3089">
                  <a:moveTo>
                    <a:pt x="1435" y="3088"/>
                  </a:moveTo>
                  <a:cubicBezTo>
                    <a:pt x="2566" y="3045"/>
                    <a:pt x="3088" y="1610"/>
                    <a:pt x="2262" y="783"/>
                  </a:cubicBezTo>
                  <a:cubicBezTo>
                    <a:pt x="1392" y="0"/>
                    <a:pt x="0" y="653"/>
                    <a:pt x="44" y="1827"/>
                  </a:cubicBezTo>
                  <a:cubicBezTo>
                    <a:pt x="44" y="2523"/>
                    <a:pt x="696" y="3132"/>
                    <a:pt x="1435" y="30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3_2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title"/>
          </p:nvPr>
        </p:nvSpPr>
        <p:spPr>
          <a:xfrm>
            <a:off x="1176913" y="2321100"/>
            <a:ext cx="1930800" cy="5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5" name="Google Shape;125;p15"/>
          <p:cNvSpPr txBox="1"/>
          <p:nvPr>
            <p:ph idx="1" type="subTitle"/>
          </p:nvPr>
        </p:nvSpPr>
        <p:spPr>
          <a:xfrm>
            <a:off x="1176913" y="2688144"/>
            <a:ext cx="1930800" cy="9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26" name="Google Shape;126;p15"/>
          <p:cNvSpPr txBox="1"/>
          <p:nvPr>
            <p:ph idx="2" type="title"/>
          </p:nvPr>
        </p:nvSpPr>
        <p:spPr>
          <a:xfrm>
            <a:off x="3606588" y="3083100"/>
            <a:ext cx="1930800" cy="5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7" name="Google Shape;127;p15"/>
          <p:cNvSpPr txBox="1"/>
          <p:nvPr>
            <p:ph idx="3" type="subTitle"/>
          </p:nvPr>
        </p:nvSpPr>
        <p:spPr>
          <a:xfrm>
            <a:off x="3606588" y="3450144"/>
            <a:ext cx="1930800" cy="9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28" name="Google Shape;128;p15"/>
          <p:cNvSpPr txBox="1"/>
          <p:nvPr>
            <p:ph idx="4" type="title"/>
          </p:nvPr>
        </p:nvSpPr>
        <p:spPr>
          <a:xfrm>
            <a:off x="6036263" y="2321100"/>
            <a:ext cx="1930800" cy="5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9" name="Google Shape;129;p15"/>
          <p:cNvSpPr txBox="1"/>
          <p:nvPr>
            <p:ph idx="5" type="subTitle"/>
          </p:nvPr>
        </p:nvSpPr>
        <p:spPr>
          <a:xfrm>
            <a:off x="6036263" y="2688144"/>
            <a:ext cx="1930800" cy="9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6"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131" name="Google Shape;131;p15"/>
          <p:cNvCxnSpPr/>
          <p:nvPr/>
        </p:nvCxnSpPr>
        <p:spPr>
          <a:xfrm>
            <a:off x="-34250" y="1644575"/>
            <a:ext cx="4595100" cy="30777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5"/>
          <p:cNvCxnSpPr/>
          <p:nvPr/>
        </p:nvCxnSpPr>
        <p:spPr>
          <a:xfrm flipH="1">
            <a:off x="4560850" y="1644575"/>
            <a:ext cx="4595100" cy="30777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>
            <p:ph type="title"/>
          </p:nvPr>
        </p:nvSpPr>
        <p:spPr>
          <a:xfrm>
            <a:off x="1187075" y="1964000"/>
            <a:ext cx="2997600" cy="5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6" name="Google Shape;136;p16"/>
          <p:cNvSpPr txBox="1"/>
          <p:nvPr>
            <p:ph idx="1" type="subTitle"/>
          </p:nvPr>
        </p:nvSpPr>
        <p:spPr>
          <a:xfrm>
            <a:off x="1187075" y="2331049"/>
            <a:ext cx="2997600" cy="6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37" name="Google Shape;137;p16"/>
          <p:cNvSpPr txBox="1"/>
          <p:nvPr>
            <p:ph idx="2" type="title"/>
          </p:nvPr>
        </p:nvSpPr>
        <p:spPr>
          <a:xfrm>
            <a:off x="4959250" y="1964000"/>
            <a:ext cx="2997600" cy="5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8" name="Google Shape;138;p16"/>
          <p:cNvSpPr txBox="1"/>
          <p:nvPr>
            <p:ph idx="3" type="subTitle"/>
          </p:nvPr>
        </p:nvSpPr>
        <p:spPr>
          <a:xfrm>
            <a:off x="4959250" y="2331049"/>
            <a:ext cx="2997600" cy="6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39" name="Google Shape;139;p16"/>
          <p:cNvSpPr txBox="1"/>
          <p:nvPr>
            <p:ph idx="4"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0" name="Google Shape;140;p16"/>
          <p:cNvSpPr txBox="1"/>
          <p:nvPr>
            <p:ph idx="5" type="title"/>
          </p:nvPr>
        </p:nvSpPr>
        <p:spPr>
          <a:xfrm>
            <a:off x="1187075" y="3339688"/>
            <a:ext cx="2997600" cy="5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1" name="Google Shape;141;p16"/>
          <p:cNvSpPr txBox="1"/>
          <p:nvPr>
            <p:ph idx="6" type="subTitle"/>
          </p:nvPr>
        </p:nvSpPr>
        <p:spPr>
          <a:xfrm>
            <a:off x="1187075" y="3706734"/>
            <a:ext cx="2997600" cy="6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42" name="Google Shape;142;p16"/>
          <p:cNvSpPr txBox="1"/>
          <p:nvPr>
            <p:ph idx="7" type="title"/>
          </p:nvPr>
        </p:nvSpPr>
        <p:spPr>
          <a:xfrm>
            <a:off x="4959250" y="3339688"/>
            <a:ext cx="2997600" cy="5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3" name="Google Shape;143;p16"/>
          <p:cNvSpPr txBox="1"/>
          <p:nvPr>
            <p:ph idx="8" type="subTitle"/>
          </p:nvPr>
        </p:nvSpPr>
        <p:spPr>
          <a:xfrm>
            <a:off x="4959250" y="3706734"/>
            <a:ext cx="2997600" cy="6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44" name="Google Shape;144;p16"/>
          <p:cNvSpPr txBox="1"/>
          <p:nvPr>
            <p:ph hasCustomPrompt="1" idx="9" type="title"/>
          </p:nvPr>
        </p:nvSpPr>
        <p:spPr>
          <a:xfrm>
            <a:off x="2357825" y="1534742"/>
            <a:ext cx="656100" cy="500100"/>
          </a:xfrm>
          <a:prstGeom prst="rect">
            <a:avLst/>
          </a:prstGeom>
          <a:effectLst>
            <a:outerShdw rotWithShape="0" algn="bl" dir="19020000" dist="19050">
              <a:srgbClr val="D25F4B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 sz="2400">
                <a:solidFill>
                  <a:srgbClr val="263C6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5" name="Google Shape;145;p16"/>
          <p:cNvSpPr txBox="1"/>
          <p:nvPr>
            <p:ph hasCustomPrompt="1" idx="13" type="title"/>
          </p:nvPr>
        </p:nvSpPr>
        <p:spPr>
          <a:xfrm>
            <a:off x="6130000" y="1534742"/>
            <a:ext cx="656100" cy="500100"/>
          </a:xfrm>
          <a:prstGeom prst="rect">
            <a:avLst/>
          </a:prstGeom>
          <a:effectLst>
            <a:outerShdw rotWithShape="0" algn="bl" dir="19020000" dist="19050">
              <a:srgbClr val="D25F4B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 sz="2400">
                <a:solidFill>
                  <a:srgbClr val="263C6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6" name="Google Shape;146;p16"/>
          <p:cNvSpPr txBox="1"/>
          <p:nvPr>
            <p:ph hasCustomPrompt="1" idx="14" type="title"/>
          </p:nvPr>
        </p:nvSpPr>
        <p:spPr>
          <a:xfrm>
            <a:off x="2357825" y="2910742"/>
            <a:ext cx="656100" cy="500100"/>
          </a:xfrm>
          <a:prstGeom prst="rect">
            <a:avLst/>
          </a:prstGeom>
          <a:effectLst>
            <a:outerShdw rotWithShape="0" algn="bl" dir="19020000" dist="19050">
              <a:srgbClr val="D25F4B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 sz="2400">
                <a:solidFill>
                  <a:srgbClr val="263C6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7" name="Google Shape;147;p16"/>
          <p:cNvSpPr txBox="1"/>
          <p:nvPr>
            <p:ph hasCustomPrompt="1" idx="15" type="title"/>
          </p:nvPr>
        </p:nvSpPr>
        <p:spPr>
          <a:xfrm>
            <a:off x="6130000" y="2910742"/>
            <a:ext cx="656100" cy="500100"/>
          </a:xfrm>
          <a:prstGeom prst="rect">
            <a:avLst/>
          </a:prstGeom>
          <a:effectLst>
            <a:outerShdw rotWithShape="0" algn="bl" dir="19020000" dist="19050">
              <a:srgbClr val="D25F4B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 sz="2400">
                <a:solidFill>
                  <a:srgbClr val="263C6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148" name="Google Shape;148;p16"/>
          <p:cNvCxnSpPr/>
          <p:nvPr/>
        </p:nvCxnSpPr>
        <p:spPr>
          <a:xfrm>
            <a:off x="-111400" y="3391105"/>
            <a:ext cx="3089700" cy="18867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49" name="Google Shape;149;p16"/>
          <p:cNvGrpSpPr/>
          <p:nvPr/>
        </p:nvGrpSpPr>
        <p:grpSpPr>
          <a:xfrm flipH="1">
            <a:off x="-1867070" y="-426550"/>
            <a:ext cx="12904395" cy="3805200"/>
            <a:chOff x="-1867070" y="-959950"/>
            <a:chExt cx="12904395" cy="3805200"/>
          </a:xfrm>
        </p:grpSpPr>
        <p:cxnSp>
          <p:nvCxnSpPr>
            <p:cNvPr id="150" name="Google Shape;150;p16"/>
            <p:cNvCxnSpPr/>
            <p:nvPr/>
          </p:nvCxnSpPr>
          <p:spPr>
            <a:xfrm flipH="1" rot="10800000">
              <a:off x="2407050" y="941750"/>
              <a:ext cx="4329900" cy="9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16"/>
            <p:cNvCxnSpPr/>
            <p:nvPr/>
          </p:nvCxnSpPr>
          <p:spPr>
            <a:xfrm flipH="1" rot="10800000">
              <a:off x="-1867070" y="942650"/>
              <a:ext cx="4247100" cy="19026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chemeClr val="lt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52" name="Google Shape;152;p16"/>
            <p:cNvCxnSpPr/>
            <p:nvPr/>
          </p:nvCxnSpPr>
          <p:spPr>
            <a:xfrm flipH="1" rot="10800000">
              <a:off x="6790225" y="-959950"/>
              <a:ext cx="4247100" cy="19026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chemeClr val="lt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3" name="Google Shape;153;p16"/>
          <p:cNvGrpSpPr/>
          <p:nvPr/>
        </p:nvGrpSpPr>
        <p:grpSpPr>
          <a:xfrm>
            <a:off x="2504660" y="1133688"/>
            <a:ext cx="4134677" cy="221374"/>
            <a:chOff x="729050" y="223975"/>
            <a:chExt cx="6133625" cy="328400"/>
          </a:xfrm>
        </p:grpSpPr>
        <p:sp>
          <p:nvSpPr>
            <p:cNvPr id="154" name="Google Shape;154;p16"/>
            <p:cNvSpPr/>
            <p:nvPr/>
          </p:nvSpPr>
          <p:spPr>
            <a:xfrm>
              <a:off x="1275975" y="223975"/>
              <a:ext cx="5038675" cy="328400"/>
            </a:xfrm>
            <a:custGeom>
              <a:rect b="b" l="l" r="r" t="t"/>
              <a:pathLst>
                <a:path extrusionOk="0" h="13136" w="201547">
                  <a:moveTo>
                    <a:pt x="201547" y="5481"/>
                  </a:moveTo>
                  <a:lnTo>
                    <a:pt x="201547" y="7351"/>
                  </a:lnTo>
                  <a:lnTo>
                    <a:pt x="145136" y="7351"/>
                  </a:lnTo>
                  <a:cubicBezTo>
                    <a:pt x="143918" y="7351"/>
                    <a:pt x="142744" y="7829"/>
                    <a:pt x="141961" y="8743"/>
                  </a:cubicBezTo>
                  <a:cubicBezTo>
                    <a:pt x="140526" y="8438"/>
                    <a:pt x="139178" y="6959"/>
                    <a:pt x="137525" y="5785"/>
                  </a:cubicBezTo>
                  <a:cubicBezTo>
                    <a:pt x="135046" y="4089"/>
                    <a:pt x="133045" y="3958"/>
                    <a:pt x="130479" y="5524"/>
                  </a:cubicBezTo>
                  <a:cubicBezTo>
                    <a:pt x="129087" y="6394"/>
                    <a:pt x="127739" y="7351"/>
                    <a:pt x="126434" y="8395"/>
                  </a:cubicBezTo>
                  <a:cubicBezTo>
                    <a:pt x="122520" y="11309"/>
                    <a:pt x="117997" y="13136"/>
                    <a:pt x="115039" y="7916"/>
                  </a:cubicBezTo>
                  <a:cubicBezTo>
                    <a:pt x="113995" y="8482"/>
                    <a:pt x="112908" y="8830"/>
                    <a:pt x="111777" y="9047"/>
                  </a:cubicBezTo>
                  <a:cubicBezTo>
                    <a:pt x="105949" y="10091"/>
                    <a:pt x="103470" y="3741"/>
                    <a:pt x="107428" y="1175"/>
                  </a:cubicBezTo>
                  <a:cubicBezTo>
                    <a:pt x="109211" y="1"/>
                    <a:pt x="111690" y="392"/>
                    <a:pt x="112386" y="3132"/>
                  </a:cubicBezTo>
                  <a:cubicBezTo>
                    <a:pt x="109254" y="1784"/>
                    <a:pt x="106340" y="5872"/>
                    <a:pt x="110037" y="7046"/>
                  </a:cubicBezTo>
                  <a:cubicBezTo>
                    <a:pt x="112256" y="7742"/>
                    <a:pt x="115561" y="6003"/>
                    <a:pt x="117127" y="5046"/>
                  </a:cubicBezTo>
                  <a:cubicBezTo>
                    <a:pt x="120693" y="2828"/>
                    <a:pt x="125651" y="914"/>
                    <a:pt x="128478" y="5176"/>
                  </a:cubicBezTo>
                  <a:cubicBezTo>
                    <a:pt x="130044" y="4002"/>
                    <a:pt x="132045" y="2567"/>
                    <a:pt x="134002" y="2436"/>
                  </a:cubicBezTo>
                  <a:cubicBezTo>
                    <a:pt x="137916" y="2219"/>
                    <a:pt x="139047" y="5481"/>
                    <a:pt x="142744" y="5481"/>
                  </a:cubicBezTo>
                  <a:close/>
                  <a:moveTo>
                    <a:pt x="0" y="7351"/>
                  </a:moveTo>
                  <a:lnTo>
                    <a:pt x="0" y="5481"/>
                  </a:lnTo>
                  <a:lnTo>
                    <a:pt x="58846" y="5481"/>
                  </a:lnTo>
                  <a:cubicBezTo>
                    <a:pt x="62543" y="5481"/>
                    <a:pt x="63674" y="2219"/>
                    <a:pt x="67545" y="2436"/>
                  </a:cubicBezTo>
                  <a:cubicBezTo>
                    <a:pt x="69458" y="2567"/>
                    <a:pt x="71459" y="4002"/>
                    <a:pt x="73068" y="5176"/>
                  </a:cubicBezTo>
                  <a:cubicBezTo>
                    <a:pt x="75895" y="914"/>
                    <a:pt x="80810" y="2828"/>
                    <a:pt x="84420" y="5046"/>
                  </a:cubicBezTo>
                  <a:cubicBezTo>
                    <a:pt x="86029" y="6003"/>
                    <a:pt x="89291" y="7742"/>
                    <a:pt x="91466" y="7046"/>
                  </a:cubicBezTo>
                  <a:cubicBezTo>
                    <a:pt x="95163" y="5872"/>
                    <a:pt x="92292" y="1784"/>
                    <a:pt x="89117" y="3132"/>
                  </a:cubicBezTo>
                  <a:cubicBezTo>
                    <a:pt x="89857" y="392"/>
                    <a:pt x="92336" y="1"/>
                    <a:pt x="94119" y="1175"/>
                  </a:cubicBezTo>
                  <a:cubicBezTo>
                    <a:pt x="98077" y="3741"/>
                    <a:pt x="95554" y="10091"/>
                    <a:pt x="89770" y="9047"/>
                  </a:cubicBezTo>
                  <a:cubicBezTo>
                    <a:pt x="88639" y="8830"/>
                    <a:pt x="87551" y="8438"/>
                    <a:pt x="86508" y="7916"/>
                  </a:cubicBezTo>
                  <a:cubicBezTo>
                    <a:pt x="83550" y="13136"/>
                    <a:pt x="79027" y="11309"/>
                    <a:pt x="75112" y="8351"/>
                  </a:cubicBezTo>
                  <a:cubicBezTo>
                    <a:pt x="73808" y="7351"/>
                    <a:pt x="72459" y="6394"/>
                    <a:pt x="71068" y="5524"/>
                  </a:cubicBezTo>
                  <a:cubicBezTo>
                    <a:pt x="68502" y="3958"/>
                    <a:pt x="66501" y="4089"/>
                    <a:pt x="63978" y="5785"/>
                  </a:cubicBezTo>
                  <a:cubicBezTo>
                    <a:pt x="62369" y="6916"/>
                    <a:pt x="60977" y="8438"/>
                    <a:pt x="59585" y="8743"/>
                  </a:cubicBezTo>
                  <a:cubicBezTo>
                    <a:pt x="58759" y="7829"/>
                    <a:pt x="57585" y="7307"/>
                    <a:pt x="56367" y="7351"/>
                  </a:cubicBezTo>
                  <a:close/>
                  <a:moveTo>
                    <a:pt x="116170" y="7351"/>
                  </a:moveTo>
                  <a:cubicBezTo>
                    <a:pt x="118997" y="11961"/>
                    <a:pt x="123477" y="9004"/>
                    <a:pt x="126739" y="6525"/>
                  </a:cubicBezTo>
                  <a:lnTo>
                    <a:pt x="126869" y="6438"/>
                  </a:lnTo>
                  <a:cubicBezTo>
                    <a:pt x="124216" y="3132"/>
                    <a:pt x="119780" y="5133"/>
                    <a:pt x="116822" y="6959"/>
                  </a:cubicBezTo>
                  <a:cubicBezTo>
                    <a:pt x="116605" y="7133"/>
                    <a:pt x="116387" y="7264"/>
                    <a:pt x="116170" y="7394"/>
                  </a:cubicBezTo>
                  <a:moveTo>
                    <a:pt x="85420" y="7394"/>
                  </a:moveTo>
                  <a:cubicBezTo>
                    <a:pt x="85203" y="7264"/>
                    <a:pt x="84985" y="7133"/>
                    <a:pt x="84724" y="6959"/>
                  </a:cubicBezTo>
                  <a:cubicBezTo>
                    <a:pt x="81767" y="5133"/>
                    <a:pt x="77374" y="3176"/>
                    <a:pt x="74721" y="6438"/>
                  </a:cubicBezTo>
                  <a:lnTo>
                    <a:pt x="74852" y="6525"/>
                  </a:lnTo>
                  <a:cubicBezTo>
                    <a:pt x="78113" y="9004"/>
                    <a:pt x="82593" y="11961"/>
                    <a:pt x="85420" y="735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6"/>
            <p:cNvSpPr/>
            <p:nvPr/>
          </p:nvSpPr>
          <p:spPr>
            <a:xfrm>
              <a:off x="624177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828" y="5089"/>
                  </a:moveTo>
                  <a:cubicBezTo>
                    <a:pt x="871" y="5002"/>
                    <a:pt x="1" y="2610"/>
                    <a:pt x="1436" y="1305"/>
                  </a:cubicBezTo>
                  <a:cubicBezTo>
                    <a:pt x="2871" y="0"/>
                    <a:pt x="5176" y="1087"/>
                    <a:pt x="5089" y="3045"/>
                  </a:cubicBezTo>
                  <a:cubicBezTo>
                    <a:pt x="5002" y="4219"/>
                    <a:pt x="4002" y="5132"/>
                    <a:pt x="2828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6437500" y="322925"/>
              <a:ext cx="112025" cy="110925"/>
            </a:xfrm>
            <a:custGeom>
              <a:rect b="b" l="l" r="r" t="t"/>
              <a:pathLst>
                <a:path extrusionOk="0" h="4437" w="4481">
                  <a:moveTo>
                    <a:pt x="2436" y="4393"/>
                  </a:moveTo>
                  <a:cubicBezTo>
                    <a:pt x="740" y="4306"/>
                    <a:pt x="0" y="2262"/>
                    <a:pt x="1262" y="1131"/>
                  </a:cubicBezTo>
                  <a:cubicBezTo>
                    <a:pt x="2479" y="0"/>
                    <a:pt x="4480" y="914"/>
                    <a:pt x="4393" y="2610"/>
                  </a:cubicBezTo>
                  <a:cubicBezTo>
                    <a:pt x="4350" y="3654"/>
                    <a:pt x="3480" y="4437"/>
                    <a:pt x="2436" y="43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6618000" y="332700"/>
              <a:ext cx="94625" cy="94625"/>
            </a:xfrm>
            <a:custGeom>
              <a:rect b="b" l="l" r="r" t="t"/>
              <a:pathLst>
                <a:path extrusionOk="0" h="3785" w="3785">
                  <a:moveTo>
                    <a:pt x="2044" y="3741"/>
                  </a:moveTo>
                  <a:cubicBezTo>
                    <a:pt x="653" y="3698"/>
                    <a:pt x="0" y="1915"/>
                    <a:pt x="1044" y="958"/>
                  </a:cubicBezTo>
                  <a:cubicBezTo>
                    <a:pt x="2088" y="1"/>
                    <a:pt x="3784" y="827"/>
                    <a:pt x="3741" y="2219"/>
                  </a:cubicBezTo>
                  <a:cubicBezTo>
                    <a:pt x="3654" y="3089"/>
                    <a:pt x="2914" y="3785"/>
                    <a:pt x="2044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6784350" y="342500"/>
              <a:ext cx="78325" cy="77225"/>
            </a:xfrm>
            <a:custGeom>
              <a:rect b="b" l="l" r="r" t="t"/>
              <a:pathLst>
                <a:path extrusionOk="0" h="3089" w="3133">
                  <a:moveTo>
                    <a:pt x="1697" y="3088"/>
                  </a:moveTo>
                  <a:cubicBezTo>
                    <a:pt x="523" y="3045"/>
                    <a:pt x="1" y="1610"/>
                    <a:pt x="871" y="827"/>
                  </a:cubicBezTo>
                  <a:cubicBezTo>
                    <a:pt x="1740" y="0"/>
                    <a:pt x="3132" y="653"/>
                    <a:pt x="3089" y="1827"/>
                  </a:cubicBezTo>
                  <a:cubicBezTo>
                    <a:pt x="3045" y="2523"/>
                    <a:pt x="2436" y="3088"/>
                    <a:pt x="1697" y="304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121942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392" y="5089"/>
                  </a:moveTo>
                  <a:cubicBezTo>
                    <a:pt x="4306" y="5002"/>
                    <a:pt x="5176" y="2610"/>
                    <a:pt x="3741" y="1305"/>
                  </a:cubicBezTo>
                  <a:cubicBezTo>
                    <a:pt x="2306" y="0"/>
                    <a:pt x="0" y="1087"/>
                    <a:pt x="131" y="3045"/>
                  </a:cubicBezTo>
                  <a:cubicBezTo>
                    <a:pt x="174" y="4219"/>
                    <a:pt x="1175" y="5132"/>
                    <a:pt x="2392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1042200" y="322925"/>
              <a:ext cx="112000" cy="110925"/>
            </a:xfrm>
            <a:custGeom>
              <a:rect b="b" l="l" r="r" t="t"/>
              <a:pathLst>
                <a:path extrusionOk="0" h="4437" w="4480">
                  <a:moveTo>
                    <a:pt x="2044" y="4393"/>
                  </a:moveTo>
                  <a:cubicBezTo>
                    <a:pt x="3697" y="4306"/>
                    <a:pt x="4480" y="2262"/>
                    <a:pt x="3218" y="1131"/>
                  </a:cubicBezTo>
                  <a:cubicBezTo>
                    <a:pt x="2001" y="0"/>
                    <a:pt x="0" y="914"/>
                    <a:pt x="87" y="2610"/>
                  </a:cubicBezTo>
                  <a:cubicBezTo>
                    <a:pt x="130" y="3610"/>
                    <a:pt x="1000" y="4437"/>
                    <a:pt x="2044" y="43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878000" y="332700"/>
              <a:ext cx="95700" cy="94625"/>
            </a:xfrm>
            <a:custGeom>
              <a:rect b="b" l="l" r="r" t="t"/>
              <a:pathLst>
                <a:path extrusionOk="0" h="3785" w="3828">
                  <a:moveTo>
                    <a:pt x="1740" y="3741"/>
                  </a:moveTo>
                  <a:cubicBezTo>
                    <a:pt x="3176" y="3698"/>
                    <a:pt x="3828" y="1915"/>
                    <a:pt x="2741" y="958"/>
                  </a:cubicBezTo>
                  <a:cubicBezTo>
                    <a:pt x="1697" y="1"/>
                    <a:pt x="1" y="827"/>
                    <a:pt x="88" y="2219"/>
                  </a:cubicBezTo>
                  <a:cubicBezTo>
                    <a:pt x="131" y="3089"/>
                    <a:pt x="870" y="3785"/>
                    <a:pt x="1740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729050" y="342500"/>
              <a:ext cx="77225" cy="78300"/>
            </a:xfrm>
            <a:custGeom>
              <a:rect b="b" l="l" r="r" t="t"/>
              <a:pathLst>
                <a:path extrusionOk="0" h="3132" w="3089">
                  <a:moveTo>
                    <a:pt x="1435" y="3088"/>
                  </a:moveTo>
                  <a:cubicBezTo>
                    <a:pt x="2566" y="3045"/>
                    <a:pt x="3088" y="1610"/>
                    <a:pt x="2262" y="783"/>
                  </a:cubicBezTo>
                  <a:cubicBezTo>
                    <a:pt x="1392" y="0"/>
                    <a:pt x="0" y="653"/>
                    <a:pt x="44" y="1827"/>
                  </a:cubicBezTo>
                  <a:cubicBezTo>
                    <a:pt x="44" y="2523"/>
                    <a:pt x="696" y="3132"/>
                    <a:pt x="1435" y="30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3_1_2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176925" y="1583000"/>
            <a:ext cx="1930800" cy="5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6" name="Google Shape;166;p17"/>
          <p:cNvSpPr txBox="1"/>
          <p:nvPr>
            <p:ph idx="1" type="subTitle"/>
          </p:nvPr>
        </p:nvSpPr>
        <p:spPr>
          <a:xfrm>
            <a:off x="1176925" y="1950044"/>
            <a:ext cx="1930800" cy="9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67" name="Google Shape;167;p17"/>
          <p:cNvSpPr txBox="1"/>
          <p:nvPr>
            <p:ph idx="2" type="title"/>
          </p:nvPr>
        </p:nvSpPr>
        <p:spPr>
          <a:xfrm>
            <a:off x="3606600" y="1583000"/>
            <a:ext cx="1930800" cy="5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8" name="Google Shape;168;p17"/>
          <p:cNvSpPr txBox="1"/>
          <p:nvPr>
            <p:ph idx="3" type="subTitle"/>
          </p:nvPr>
        </p:nvSpPr>
        <p:spPr>
          <a:xfrm>
            <a:off x="3606600" y="1950044"/>
            <a:ext cx="1930800" cy="9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69" name="Google Shape;169;p17"/>
          <p:cNvSpPr txBox="1"/>
          <p:nvPr>
            <p:ph idx="4"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0" name="Google Shape;170;p17"/>
          <p:cNvSpPr txBox="1"/>
          <p:nvPr>
            <p:ph idx="5" type="title"/>
          </p:nvPr>
        </p:nvSpPr>
        <p:spPr>
          <a:xfrm>
            <a:off x="1176925" y="3322350"/>
            <a:ext cx="1930800" cy="5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1" name="Google Shape;171;p17"/>
          <p:cNvSpPr txBox="1"/>
          <p:nvPr>
            <p:ph idx="6" type="subTitle"/>
          </p:nvPr>
        </p:nvSpPr>
        <p:spPr>
          <a:xfrm>
            <a:off x="1176925" y="3689394"/>
            <a:ext cx="1930800" cy="9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72" name="Google Shape;172;p17"/>
          <p:cNvSpPr txBox="1"/>
          <p:nvPr>
            <p:ph idx="7" type="title"/>
          </p:nvPr>
        </p:nvSpPr>
        <p:spPr>
          <a:xfrm>
            <a:off x="3606600" y="3322350"/>
            <a:ext cx="1930800" cy="5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3" name="Google Shape;173;p17"/>
          <p:cNvSpPr txBox="1"/>
          <p:nvPr>
            <p:ph idx="8" type="subTitle"/>
          </p:nvPr>
        </p:nvSpPr>
        <p:spPr>
          <a:xfrm>
            <a:off x="3606600" y="3689394"/>
            <a:ext cx="1930800" cy="9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74" name="Google Shape;174;p17"/>
          <p:cNvSpPr txBox="1"/>
          <p:nvPr>
            <p:ph idx="9" type="title"/>
          </p:nvPr>
        </p:nvSpPr>
        <p:spPr>
          <a:xfrm>
            <a:off x="6036275" y="1583000"/>
            <a:ext cx="1930800" cy="5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5" name="Google Shape;175;p17"/>
          <p:cNvSpPr txBox="1"/>
          <p:nvPr>
            <p:ph idx="13" type="subTitle"/>
          </p:nvPr>
        </p:nvSpPr>
        <p:spPr>
          <a:xfrm>
            <a:off x="6036275" y="1950044"/>
            <a:ext cx="1930800" cy="9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76" name="Google Shape;176;p17"/>
          <p:cNvSpPr txBox="1"/>
          <p:nvPr>
            <p:ph idx="14" type="title"/>
          </p:nvPr>
        </p:nvSpPr>
        <p:spPr>
          <a:xfrm>
            <a:off x="6036275" y="3322350"/>
            <a:ext cx="1930800" cy="5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7" name="Google Shape;177;p17"/>
          <p:cNvSpPr txBox="1"/>
          <p:nvPr>
            <p:ph idx="15" type="subTitle"/>
          </p:nvPr>
        </p:nvSpPr>
        <p:spPr>
          <a:xfrm>
            <a:off x="6036275" y="3689394"/>
            <a:ext cx="1930800" cy="9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cxnSp>
        <p:nvCxnSpPr>
          <p:cNvPr id="178" name="Google Shape;178;p17"/>
          <p:cNvCxnSpPr/>
          <p:nvPr/>
        </p:nvCxnSpPr>
        <p:spPr>
          <a:xfrm rot="10800000">
            <a:off x="4148750" y="-63481"/>
            <a:ext cx="4861200" cy="16968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17"/>
          <p:cNvCxnSpPr/>
          <p:nvPr/>
        </p:nvCxnSpPr>
        <p:spPr>
          <a:xfrm rot="5400000">
            <a:off x="-1693350" y="1559300"/>
            <a:ext cx="5291700" cy="1905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17"/>
          <p:cNvCxnSpPr/>
          <p:nvPr/>
        </p:nvCxnSpPr>
        <p:spPr>
          <a:xfrm flipH="1">
            <a:off x="1679150" y="3231450"/>
            <a:ext cx="7330800" cy="19827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s">
  <p:cSld name="CUSTOM_3_1_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>
            <p:ph idx="1" type="subTitle"/>
          </p:nvPr>
        </p:nvSpPr>
        <p:spPr>
          <a:xfrm>
            <a:off x="952375" y="2599785"/>
            <a:ext cx="2848800" cy="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84" name="Google Shape;184;p18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5" name="Google Shape;185;p18"/>
          <p:cNvSpPr txBox="1"/>
          <p:nvPr>
            <p:ph idx="2" type="title"/>
          </p:nvPr>
        </p:nvSpPr>
        <p:spPr>
          <a:xfrm>
            <a:off x="952400" y="2234413"/>
            <a:ext cx="2848800" cy="5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cxnSp>
        <p:nvCxnSpPr>
          <p:cNvPr id="186" name="Google Shape;186;p18"/>
          <p:cNvCxnSpPr/>
          <p:nvPr/>
        </p:nvCxnSpPr>
        <p:spPr>
          <a:xfrm rot="-5400000">
            <a:off x="-1498475" y="1309225"/>
            <a:ext cx="5374500" cy="23037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18"/>
          <p:cNvCxnSpPr/>
          <p:nvPr/>
        </p:nvCxnSpPr>
        <p:spPr>
          <a:xfrm flipH="1" rot="5400000">
            <a:off x="5333900" y="18625"/>
            <a:ext cx="3940500" cy="3771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18"/>
          <p:cNvCxnSpPr/>
          <p:nvPr/>
        </p:nvCxnSpPr>
        <p:spPr>
          <a:xfrm flipH="1">
            <a:off x="5409425" y="4292575"/>
            <a:ext cx="3762600" cy="1094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mall text">
  <p:cSld name="CUSTOM_3_1_1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>
            <p:ph idx="1" type="subTitle"/>
          </p:nvPr>
        </p:nvSpPr>
        <p:spPr>
          <a:xfrm>
            <a:off x="1889850" y="4094125"/>
            <a:ext cx="5364300" cy="5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193" name="Google Shape;193;p19"/>
          <p:cNvCxnSpPr/>
          <p:nvPr/>
        </p:nvCxnSpPr>
        <p:spPr>
          <a:xfrm flipH="1">
            <a:off x="27850" y="-128125"/>
            <a:ext cx="2223900" cy="1922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19"/>
          <p:cNvCxnSpPr/>
          <p:nvPr/>
        </p:nvCxnSpPr>
        <p:spPr>
          <a:xfrm flipH="1">
            <a:off x="27925" y="1490750"/>
            <a:ext cx="9126300" cy="3264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6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4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" name="Google Shape;197;p20"/>
          <p:cNvCxnSpPr/>
          <p:nvPr/>
        </p:nvCxnSpPr>
        <p:spPr>
          <a:xfrm flipH="1" rot="-5400000">
            <a:off x="5611650" y="1802125"/>
            <a:ext cx="5203500" cy="1485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20"/>
          <p:cNvCxnSpPr/>
          <p:nvPr/>
        </p:nvCxnSpPr>
        <p:spPr>
          <a:xfrm rot="5400000">
            <a:off x="-1030550" y="939325"/>
            <a:ext cx="4607700" cy="2615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9" name="Google Shape;199;p20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00" name="Google Shape;200;p20"/>
          <p:cNvGrpSpPr/>
          <p:nvPr/>
        </p:nvGrpSpPr>
        <p:grpSpPr>
          <a:xfrm>
            <a:off x="2504660" y="1133688"/>
            <a:ext cx="4134677" cy="221374"/>
            <a:chOff x="729050" y="223975"/>
            <a:chExt cx="6133625" cy="328400"/>
          </a:xfrm>
        </p:grpSpPr>
        <p:sp>
          <p:nvSpPr>
            <p:cNvPr id="201" name="Google Shape;201;p20"/>
            <p:cNvSpPr/>
            <p:nvPr/>
          </p:nvSpPr>
          <p:spPr>
            <a:xfrm>
              <a:off x="1275975" y="223975"/>
              <a:ext cx="5038675" cy="328400"/>
            </a:xfrm>
            <a:custGeom>
              <a:rect b="b" l="l" r="r" t="t"/>
              <a:pathLst>
                <a:path extrusionOk="0" h="13136" w="201547">
                  <a:moveTo>
                    <a:pt x="201547" y="5481"/>
                  </a:moveTo>
                  <a:lnTo>
                    <a:pt x="201547" y="7351"/>
                  </a:lnTo>
                  <a:lnTo>
                    <a:pt x="145136" y="7351"/>
                  </a:lnTo>
                  <a:cubicBezTo>
                    <a:pt x="143918" y="7351"/>
                    <a:pt x="142744" y="7829"/>
                    <a:pt x="141961" y="8743"/>
                  </a:cubicBezTo>
                  <a:cubicBezTo>
                    <a:pt x="140526" y="8438"/>
                    <a:pt x="139178" y="6959"/>
                    <a:pt x="137525" y="5785"/>
                  </a:cubicBezTo>
                  <a:cubicBezTo>
                    <a:pt x="135046" y="4089"/>
                    <a:pt x="133045" y="3958"/>
                    <a:pt x="130479" y="5524"/>
                  </a:cubicBezTo>
                  <a:cubicBezTo>
                    <a:pt x="129087" y="6394"/>
                    <a:pt x="127739" y="7351"/>
                    <a:pt x="126434" y="8395"/>
                  </a:cubicBezTo>
                  <a:cubicBezTo>
                    <a:pt x="122520" y="11309"/>
                    <a:pt x="117997" y="13136"/>
                    <a:pt x="115039" y="7916"/>
                  </a:cubicBezTo>
                  <a:cubicBezTo>
                    <a:pt x="113995" y="8482"/>
                    <a:pt x="112908" y="8830"/>
                    <a:pt x="111777" y="9047"/>
                  </a:cubicBezTo>
                  <a:cubicBezTo>
                    <a:pt x="105949" y="10091"/>
                    <a:pt x="103470" y="3741"/>
                    <a:pt x="107428" y="1175"/>
                  </a:cubicBezTo>
                  <a:cubicBezTo>
                    <a:pt x="109211" y="1"/>
                    <a:pt x="111690" y="392"/>
                    <a:pt x="112386" y="3132"/>
                  </a:cubicBezTo>
                  <a:cubicBezTo>
                    <a:pt x="109254" y="1784"/>
                    <a:pt x="106340" y="5872"/>
                    <a:pt x="110037" y="7046"/>
                  </a:cubicBezTo>
                  <a:cubicBezTo>
                    <a:pt x="112256" y="7742"/>
                    <a:pt x="115561" y="6003"/>
                    <a:pt x="117127" y="5046"/>
                  </a:cubicBezTo>
                  <a:cubicBezTo>
                    <a:pt x="120693" y="2828"/>
                    <a:pt x="125651" y="914"/>
                    <a:pt x="128478" y="5176"/>
                  </a:cubicBezTo>
                  <a:cubicBezTo>
                    <a:pt x="130044" y="4002"/>
                    <a:pt x="132045" y="2567"/>
                    <a:pt x="134002" y="2436"/>
                  </a:cubicBezTo>
                  <a:cubicBezTo>
                    <a:pt x="137916" y="2219"/>
                    <a:pt x="139047" y="5481"/>
                    <a:pt x="142744" y="5481"/>
                  </a:cubicBezTo>
                  <a:close/>
                  <a:moveTo>
                    <a:pt x="0" y="7351"/>
                  </a:moveTo>
                  <a:lnTo>
                    <a:pt x="0" y="5481"/>
                  </a:lnTo>
                  <a:lnTo>
                    <a:pt x="58846" y="5481"/>
                  </a:lnTo>
                  <a:cubicBezTo>
                    <a:pt x="62543" y="5481"/>
                    <a:pt x="63674" y="2219"/>
                    <a:pt x="67545" y="2436"/>
                  </a:cubicBezTo>
                  <a:cubicBezTo>
                    <a:pt x="69458" y="2567"/>
                    <a:pt x="71459" y="4002"/>
                    <a:pt x="73068" y="5176"/>
                  </a:cubicBezTo>
                  <a:cubicBezTo>
                    <a:pt x="75895" y="914"/>
                    <a:pt x="80810" y="2828"/>
                    <a:pt x="84420" y="5046"/>
                  </a:cubicBezTo>
                  <a:cubicBezTo>
                    <a:pt x="86029" y="6003"/>
                    <a:pt x="89291" y="7742"/>
                    <a:pt x="91466" y="7046"/>
                  </a:cubicBezTo>
                  <a:cubicBezTo>
                    <a:pt x="95163" y="5872"/>
                    <a:pt x="92292" y="1784"/>
                    <a:pt x="89117" y="3132"/>
                  </a:cubicBezTo>
                  <a:cubicBezTo>
                    <a:pt x="89857" y="392"/>
                    <a:pt x="92336" y="1"/>
                    <a:pt x="94119" y="1175"/>
                  </a:cubicBezTo>
                  <a:cubicBezTo>
                    <a:pt x="98077" y="3741"/>
                    <a:pt x="95554" y="10091"/>
                    <a:pt x="89770" y="9047"/>
                  </a:cubicBezTo>
                  <a:cubicBezTo>
                    <a:pt x="88639" y="8830"/>
                    <a:pt x="87551" y="8438"/>
                    <a:pt x="86508" y="7916"/>
                  </a:cubicBezTo>
                  <a:cubicBezTo>
                    <a:pt x="83550" y="13136"/>
                    <a:pt x="79027" y="11309"/>
                    <a:pt x="75112" y="8351"/>
                  </a:cubicBezTo>
                  <a:cubicBezTo>
                    <a:pt x="73808" y="7351"/>
                    <a:pt x="72459" y="6394"/>
                    <a:pt x="71068" y="5524"/>
                  </a:cubicBezTo>
                  <a:cubicBezTo>
                    <a:pt x="68502" y="3958"/>
                    <a:pt x="66501" y="4089"/>
                    <a:pt x="63978" y="5785"/>
                  </a:cubicBezTo>
                  <a:cubicBezTo>
                    <a:pt x="62369" y="6916"/>
                    <a:pt x="60977" y="8438"/>
                    <a:pt x="59585" y="8743"/>
                  </a:cubicBezTo>
                  <a:cubicBezTo>
                    <a:pt x="58759" y="7829"/>
                    <a:pt x="57585" y="7307"/>
                    <a:pt x="56367" y="7351"/>
                  </a:cubicBezTo>
                  <a:close/>
                  <a:moveTo>
                    <a:pt x="116170" y="7351"/>
                  </a:moveTo>
                  <a:cubicBezTo>
                    <a:pt x="118997" y="11961"/>
                    <a:pt x="123477" y="9004"/>
                    <a:pt x="126739" y="6525"/>
                  </a:cubicBezTo>
                  <a:lnTo>
                    <a:pt x="126869" y="6438"/>
                  </a:lnTo>
                  <a:cubicBezTo>
                    <a:pt x="124216" y="3132"/>
                    <a:pt x="119780" y="5133"/>
                    <a:pt x="116822" y="6959"/>
                  </a:cubicBezTo>
                  <a:cubicBezTo>
                    <a:pt x="116605" y="7133"/>
                    <a:pt x="116387" y="7264"/>
                    <a:pt x="116170" y="7394"/>
                  </a:cubicBezTo>
                  <a:moveTo>
                    <a:pt x="85420" y="7394"/>
                  </a:moveTo>
                  <a:cubicBezTo>
                    <a:pt x="85203" y="7264"/>
                    <a:pt x="84985" y="7133"/>
                    <a:pt x="84724" y="6959"/>
                  </a:cubicBezTo>
                  <a:cubicBezTo>
                    <a:pt x="81767" y="5133"/>
                    <a:pt x="77374" y="3176"/>
                    <a:pt x="74721" y="6438"/>
                  </a:cubicBezTo>
                  <a:lnTo>
                    <a:pt x="74852" y="6525"/>
                  </a:lnTo>
                  <a:cubicBezTo>
                    <a:pt x="78113" y="9004"/>
                    <a:pt x="82593" y="11961"/>
                    <a:pt x="85420" y="735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624177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828" y="5089"/>
                  </a:moveTo>
                  <a:cubicBezTo>
                    <a:pt x="871" y="5002"/>
                    <a:pt x="1" y="2610"/>
                    <a:pt x="1436" y="1305"/>
                  </a:cubicBezTo>
                  <a:cubicBezTo>
                    <a:pt x="2871" y="0"/>
                    <a:pt x="5176" y="1087"/>
                    <a:pt x="5089" y="3045"/>
                  </a:cubicBezTo>
                  <a:cubicBezTo>
                    <a:pt x="5002" y="4219"/>
                    <a:pt x="4002" y="5132"/>
                    <a:pt x="2828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6437500" y="322925"/>
              <a:ext cx="112025" cy="110925"/>
            </a:xfrm>
            <a:custGeom>
              <a:rect b="b" l="l" r="r" t="t"/>
              <a:pathLst>
                <a:path extrusionOk="0" h="4437" w="4481">
                  <a:moveTo>
                    <a:pt x="2436" y="4393"/>
                  </a:moveTo>
                  <a:cubicBezTo>
                    <a:pt x="740" y="4306"/>
                    <a:pt x="0" y="2262"/>
                    <a:pt x="1262" y="1131"/>
                  </a:cubicBezTo>
                  <a:cubicBezTo>
                    <a:pt x="2479" y="0"/>
                    <a:pt x="4480" y="914"/>
                    <a:pt x="4393" y="2610"/>
                  </a:cubicBezTo>
                  <a:cubicBezTo>
                    <a:pt x="4350" y="3654"/>
                    <a:pt x="3480" y="4437"/>
                    <a:pt x="2436" y="43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0"/>
            <p:cNvSpPr/>
            <p:nvPr/>
          </p:nvSpPr>
          <p:spPr>
            <a:xfrm>
              <a:off x="6618000" y="332700"/>
              <a:ext cx="94625" cy="94625"/>
            </a:xfrm>
            <a:custGeom>
              <a:rect b="b" l="l" r="r" t="t"/>
              <a:pathLst>
                <a:path extrusionOk="0" h="3785" w="3785">
                  <a:moveTo>
                    <a:pt x="2044" y="3741"/>
                  </a:moveTo>
                  <a:cubicBezTo>
                    <a:pt x="653" y="3698"/>
                    <a:pt x="0" y="1915"/>
                    <a:pt x="1044" y="958"/>
                  </a:cubicBezTo>
                  <a:cubicBezTo>
                    <a:pt x="2088" y="1"/>
                    <a:pt x="3784" y="827"/>
                    <a:pt x="3741" y="2219"/>
                  </a:cubicBezTo>
                  <a:cubicBezTo>
                    <a:pt x="3654" y="3089"/>
                    <a:pt x="2914" y="3785"/>
                    <a:pt x="2044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0"/>
            <p:cNvSpPr/>
            <p:nvPr/>
          </p:nvSpPr>
          <p:spPr>
            <a:xfrm>
              <a:off x="6784350" y="342500"/>
              <a:ext cx="78325" cy="77225"/>
            </a:xfrm>
            <a:custGeom>
              <a:rect b="b" l="l" r="r" t="t"/>
              <a:pathLst>
                <a:path extrusionOk="0" h="3089" w="3133">
                  <a:moveTo>
                    <a:pt x="1697" y="3088"/>
                  </a:moveTo>
                  <a:cubicBezTo>
                    <a:pt x="523" y="3045"/>
                    <a:pt x="1" y="1610"/>
                    <a:pt x="871" y="827"/>
                  </a:cubicBezTo>
                  <a:cubicBezTo>
                    <a:pt x="1740" y="0"/>
                    <a:pt x="3132" y="653"/>
                    <a:pt x="3089" y="1827"/>
                  </a:cubicBezTo>
                  <a:cubicBezTo>
                    <a:pt x="3045" y="2523"/>
                    <a:pt x="2436" y="3088"/>
                    <a:pt x="1697" y="304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0"/>
            <p:cNvSpPr/>
            <p:nvPr/>
          </p:nvSpPr>
          <p:spPr>
            <a:xfrm>
              <a:off x="121942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392" y="5089"/>
                  </a:moveTo>
                  <a:cubicBezTo>
                    <a:pt x="4306" y="5002"/>
                    <a:pt x="5176" y="2610"/>
                    <a:pt x="3741" y="1305"/>
                  </a:cubicBezTo>
                  <a:cubicBezTo>
                    <a:pt x="2306" y="0"/>
                    <a:pt x="0" y="1087"/>
                    <a:pt x="131" y="3045"/>
                  </a:cubicBezTo>
                  <a:cubicBezTo>
                    <a:pt x="174" y="4219"/>
                    <a:pt x="1175" y="5132"/>
                    <a:pt x="2392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0"/>
            <p:cNvSpPr/>
            <p:nvPr/>
          </p:nvSpPr>
          <p:spPr>
            <a:xfrm>
              <a:off x="1042200" y="322925"/>
              <a:ext cx="112000" cy="110925"/>
            </a:xfrm>
            <a:custGeom>
              <a:rect b="b" l="l" r="r" t="t"/>
              <a:pathLst>
                <a:path extrusionOk="0" h="4437" w="4480">
                  <a:moveTo>
                    <a:pt x="2044" y="4393"/>
                  </a:moveTo>
                  <a:cubicBezTo>
                    <a:pt x="3697" y="4306"/>
                    <a:pt x="4480" y="2262"/>
                    <a:pt x="3218" y="1131"/>
                  </a:cubicBezTo>
                  <a:cubicBezTo>
                    <a:pt x="2001" y="0"/>
                    <a:pt x="0" y="914"/>
                    <a:pt x="87" y="2610"/>
                  </a:cubicBezTo>
                  <a:cubicBezTo>
                    <a:pt x="130" y="3610"/>
                    <a:pt x="1000" y="4437"/>
                    <a:pt x="2044" y="43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0"/>
            <p:cNvSpPr/>
            <p:nvPr/>
          </p:nvSpPr>
          <p:spPr>
            <a:xfrm>
              <a:off x="878000" y="332700"/>
              <a:ext cx="95700" cy="94625"/>
            </a:xfrm>
            <a:custGeom>
              <a:rect b="b" l="l" r="r" t="t"/>
              <a:pathLst>
                <a:path extrusionOk="0" h="3785" w="3828">
                  <a:moveTo>
                    <a:pt x="1740" y="3741"/>
                  </a:moveTo>
                  <a:cubicBezTo>
                    <a:pt x="3176" y="3698"/>
                    <a:pt x="3828" y="1915"/>
                    <a:pt x="2741" y="958"/>
                  </a:cubicBezTo>
                  <a:cubicBezTo>
                    <a:pt x="1697" y="1"/>
                    <a:pt x="1" y="827"/>
                    <a:pt x="88" y="2219"/>
                  </a:cubicBezTo>
                  <a:cubicBezTo>
                    <a:pt x="131" y="3089"/>
                    <a:pt x="870" y="3785"/>
                    <a:pt x="1740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0"/>
            <p:cNvSpPr/>
            <p:nvPr/>
          </p:nvSpPr>
          <p:spPr>
            <a:xfrm>
              <a:off x="729050" y="342500"/>
              <a:ext cx="77225" cy="78300"/>
            </a:xfrm>
            <a:custGeom>
              <a:rect b="b" l="l" r="r" t="t"/>
              <a:pathLst>
                <a:path extrusionOk="0" h="3132" w="3089">
                  <a:moveTo>
                    <a:pt x="1435" y="3088"/>
                  </a:moveTo>
                  <a:cubicBezTo>
                    <a:pt x="2566" y="3045"/>
                    <a:pt x="3088" y="1610"/>
                    <a:pt x="2262" y="783"/>
                  </a:cubicBezTo>
                  <a:cubicBezTo>
                    <a:pt x="1392" y="0"/>
                    <a:pt x="0" y="653"/>
                    <a:pt x="44" y="1827"/>
                  </a:cubicBezTo>
                  <a:cubicBezTo>
                    <a:pt x="44" y="2523"/>
                    <a:pt x="696" y="3132"/>
                    <a:pt x="1435" y="30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6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4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" name="Google Shape;212;p21"/>
          <p:cNvCxnSpPr/>
          <p:nvPr/>
        </p:nvCxnSpPr>
        <p:spPr>
          <a:xfrm flipH="1">
            <a:off x="4148875" y="3364325"/>
            <a:ext cx="5022600" cy="1779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1"/>
          <p:cNvCxnSpPr/>
          <p:nvPr/>
        </p:nvCxnSpPr>
        <p:spPr>
          <a:xfrm rot="10800000">
            <a:off x="1679225" y="-134175"/>
            <a:ext cx="7474800" cy="11427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1"/>
          <p:cNvCxnSpPr/>
          <p:nvPr/>
        </p:nvCxnSpPr>
        <p:spPr>
          <a:xfrm flipH="1" rot="5400000">
            <a:off x="-1292775" y="1215175"/>
            <a:ext cx="5230500" cy="2645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5" name="Google Shape;215;p21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16" name="Google Shape;216;p21"/>
          <p:cNvGrpSpPr/>
          <p:nvPr/>
        </p:nvGrpSpPr>
        <p:grpSpPr>
          <a:xfrm>
            <a:off x="2504660" y="1133688"/>
            <a:ext cx="4134677" cy="221374"/>
            <a:chOff x="729050" y="223975"/>
            <a:chExt cx="6133625" cy="328400"/>
          </a:xfrm>
        </p:grpSpPr>
        <p:sp>
          <p:nvSpPr>
            <p:cNvPr id="217" name="Google Shape;217;p21"/>
            <p:cNvSpPr/>
            <p:nvPr/>
          </p:nvSpPr>
          <p:spPr>
            <a:xfrm>
              <a:off x="1275975" y="223975"/>
              <a:ext cx="5038675" cy="328400"/>
            </a:xfrm>
            <a:custGeom>
              <a:rect b="b" l="l" r="r" t="t"/>
              <a:pathLst>
                <a:path extrusionOk="0" h="13136" w="201547">
                  <a:moveTo>
                    <a:pt x="201547" y="5481"/>
                  </a:moveTo>
                  <a:lnTo>
                    <a:pt x="201547" y="7351"/>
                  </a:lnTo>
                  <a:lnTo>
                    <a:pt x="145136" y="7351"/>
                  </a:lnTo>
                  <a:cubicBezTo>
                    <a:pt x="143918" y="7351"/>
                    <a:pt x="142744" y="7829"/>
                    <a:pt x="141961" y="8743"/>
                  </a:cubicBezTo>
                  <a:cubicBezTo>
                    <a:pt x="140526" y="8438"/>
                    <a:pt x="139178" y="6959"/>
                    <a:pt x="137525" y="5785"/>
                  </a:cubicBezTo>
                  <a:cubicBezTo>
                    <a:pt x="135046" y="4089"/>
                    <a:pt x="133045" y="3958"/>
                    <a:pt x="130479" y="5524"/>
                  </a:cubicBezTo>
                  <a:cubicBezTo>
                    <a:pt x="129087" y="6394"/>
                    <a:pt x="127739" y="7351"/>
                    <a:pt x="126434" y="8395"/>
                  </a:cubicBezTo>
                  <a:cubicBezTo>
                    <a:pt x="122520" y="11309"/>
                    <a:pt x="117997" y="13136"/>
                    <a:pt x="115039" y="7916"/>
                  </a:cubicBezTo>
                  <a:cubicBezTo>
                    <a:pt x="113995" y="8482"/>
                    <a:pt x="112908" y="8830"/>
                    <a:pt x="111777" y="9047"/>
                  </a:cubicBezTo>
                  <a:cubicBezTo>
                    <a:pt x="105949" y="10091"/>
                    <a:pt x="103470" y="3741"/>
                    <a:pt x="107428" y="1175"/>
                  </a:cubicBezTo>
                  <a:cubicBezTo>
                    <a:pt x="109211" y="1"/>
                    <a:pt x="111690" y="392"/>
                    <a:pt x="112386" y="3132"/>
                  </a:cubicBezTo>
                  <a:cubicBezTo>
                    <a:pt x="109254" y="1784"/>
                    <a:pt x="106340" y="5872"/>
                    <a:pt x="110037" y="7046"/>
                  </a:cubicBezTo>
                  <a:cubicBezTo>
                    <a:pt x="112256" y="7742"/>
                    <a:pt x="115561" y="6003"/>
                    <a:pt x="117127" y="5046"/>
                  </a:cubicBezTo>
                  <a:cubicBezTo>
                    <a:pt x="120693" y="2828"/>
                    <a:pt x="125651" y="914"/>
                    <a:pt x="128478" y="5176"/>
                  </a:cubicBezTo>
                  <a:cubicBezTo>
                    <a:pt x="130044" y="4002"/>
                    <a:pt x="132045" y="2567"/>
                    <a:pt x="134002" y="2436"/>
                  </a:cubicBezTo>
                  <a:cubicBezTo>
                    <a:pt x="137916" y="2219"/>
                    <a:pt x="139047" y="5481"/>
                    <a:pt x="142744" y="5481"/>
                  </a:cubicBezTo>
                  <a:close/>
                  <a:moveTo>
                    <a:pt x="0" y="7351"/>
                  </a:moveTo>
                  <a:lnTo>
                    <a:pt x="0" y="5481"/>
                  </a:lnTo>
                  <a:lnTo>
                    <a:pt x="58846" y="5481"/>
                  </a:lnTo>
                  <a:cubicBezTo>
                    <a:pt x="62543" y="5481"/>
                    <a:pt x="63674" y="2219"/>
                    <a:pt x="67545" y="2436"/>
                  </a:cubicBezTo>
                  <a:cubicBezTo>
                    <a:pt x="69458" y="2567"/>
                    <a:pt x="71459" y="4002"/>
                    <a:pt x="73068" y="5176"/>
                  </a:cubicBezTo>
                  <a:cubicBezTo>
                    <a:pt x="75895" y="914"/>
                    <a:pt x="80810" y="2828"/>
                    <a:pt x="84420" y="5046"/>
                  </a:cubicBezTo>
                  <a:cubicBezTo>
                    <a:pt x="86029" y="6003"/>
                    <a:pt x="89291" y="7742"/>
                    <a:pt x="91466" y="7046"/>
                  </a:cubicBezTo>
                  <a:cubicBezTo>
                    <a:pt x="95163" y="5872"/>
                    <a:pt x="92292" y="1784"/>
                    <a:pt x="89117" y="3132"/>
                  </a:cubicBezTo>
                  <a:cubicBezTo>
                    <a:pt x="89857" y="392"/>
                    <a:pt x="92336" y="1"/>
                    <a:pt x="94119" y="1175"/>
                  </a:cubicBezTo>
                  <a:cubicBezTo>
                    <a:pt x="98077" y="3741"/>
                    <a:pt x="95554" y="10091"/>
                    <a:pt x="89770" y="9047"/>
                  </a:cubicBezTo>
                  <a:cubicBezTo>
                    <a:pt x="88639" y="8830"/>
                    <a:pt x="87551" y="8438"/>
                    <a:pt x="86508" y="7916"/>
                  </a:cubicBezTo>
                  <a:cubicBezTo>
                    <a:pt x="83550" y="13136"/>
                    <a:pt x="79027" y="11309"/>
                    <a:pt x="75112" y="8351"/>
                  </a:cubicBezTo>
                  <a:cubicBezTo>
                    <a:pt x="73808" y="7351"/>
                    <a:pt x="72459" y="6394"/>
                    <a:pt x="71068" y="5524"/>
                  </a:cubicBezTo>
                  <a:cubicBezTo>
                    <a:pt x="68502" y="3958"/>
                    <a:pt x="66501" y="4089"/>
                    <a:pt x="63978" y="5785"/>
                  </a:cubicBezTo>
                  <a:cubicBezTo>
                    <a:pt x="62369" y="6916"/>
                    <a:pt x="60977" y="8438"/>
                    <a:pt x="59585" y="8743"/>
                  </a:cubicBezTo>
                  <a:cubicBezTo>
                    <a:pt x="58759" y="7829"/>
                    <a:pt x="57585" y="7307"/>
                    <a:pt x="56367" y="7351"/>
                  </a:cubicBezTo>
                  <a:close/>
                  <a:moveTo>
                    <a:pt x="116170" y="7351"/>
                  </a:moveTo>
                  <a:cubicBezTo>
                    <a:pt x="118997" y="11961"/>
                    <a:pt x="123477" y="9004"/>
                    <a:pt x="126739" y="6525"/>
                  </a:cubicBezTo>
                  <a:lnTo>
                    <a:pt x="126869" y="6438"/>
                  </a:lnTo>
                  <a:cubicBezTo>
                    <a:pt x="124216" y="3132"/>
                    <a:pt x="119780" y="5133"/>
                    <a:pt x="116822" y="6959"/>
                  </a:cubicBezTo>
                  <a:cubicBezTo>
                    <a:pt x="116605" y="7133"/>
                    <a:pt x="116387" y="7264"/>
                    <a:pt x="116170" y="7394"/>
                  </a:cubicBezTo>
                  <a:moveTo>
                    <a:pt x="85420" y="7394"/>
                  </a:moveTo>
                  <a:cubicBezTo>
                    <a:pt x="85203" y="7264"/>
                    <a:pt x="84985" y="7133"/>
                    <a:pt x="84724" y="6959"/>
                  </a:cubicBezTo>
                  <a:cubicBezTo>
                    <a:pt x="81767" y="5133"/>
                    <a:pt x="77374" y="3176"/>
                    <a:pt x="74721" y="6438"/>
                  </a:cubicBezTo>
                  <a:lnTo>
                    <a:pt x="74852" y="6525"/>
                  </a:lnTo>
                  <a:cubicBezTo>
                    <a:pt x="78113" y="9004"/>
                    <a:pt x="82593" y="11961"/>
                    <a:pt x="85420" y="735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1"/>
            <p:cNvSpPr/>
            <p:nvPr/>
          </p:nvSpPr>
          <p:spPr>
            <a:xfrm>
              <a:off x="624177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828" y="5089"/>
                  </a:moveTo>
                  <a:cubicBezTo>
                    <a:pt x="871" y="5002"/>
                    <a:pt x="1" y="2610"/>
                    <a:pt x="1436" y="1305"/>
                  </a:cubicBezTo>
                  <a:cubicBezTo>
                    <a:pt x="2871" y="0"/>
                    <a:pt x="5176" y="1087"/>
                    <a:pt x="5089" y="3045"/>
                  </a:cubicBezTo>
                  <a:cubicBezTo>
                    <a:pt x="5002" y="4219"/>
                    <a:pt x="4002" y="5132"/>
                    <a:pt x="2828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1"/>
            <p:cNvSpPr/>
            <p:nvPr/>
          </p:nvSpPr>
          <p:spPr>
            <a:xfrm>
              <a:off x="6437500" y="322925"/>
              <a:ext cx="112025" cy="110925"/>
            </a:xfrm>
            <a:custGeom>
              <a:rect b="b" l="l" r="r" t="t"/>
              <a:pathLst>
                <a:path extrusionOk="0" h="4437" w="4481">
                  <a:moveTo>
                    <a:pt x="2436" y="4393"/>
                  </a:moveTo>
                  <a:cubicBezTo>
                    <a:pt x="740" y="4306"/>
                    <a:pt x="0" y="2262"/>
                    <a:pt x="1262" y="1131"/>
                  </a:cubicBezTo>
                  <a:cubicBezTo>
                    <a:pt x="2479" y="0"/>
                    <a:pt x="4480" y="914"/>
                    <a:pt x="4393" y="2610"/>
                  </a:cubicBezTo>
                  <a:cubicBezTo>
                    <a:pt x="4350" y="3654"/>
                    <a:pt x="3480" y="4437"/>
                    <a:pt x="2436" y="43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1"/>
            <p:cNvSpPr/>
            <p:nvPr/>
          </p:nvSpPr>
          <p:spPr>
            <a:xfrm>
              <a:off x="6618000" y="332700"/>
              <a:ext cx="94625" cy="94625"/>
            </a:xfrm>
            <a:custGeom>
              <a:rect b="b" l="l" r="r" t="t"/>
              <a:pathLst>
                <a:path extrusionOk="0" h="3785" w="3785">
                  <a:moveTo>
                    <a:pt x="2044" y="3741"/>
                  </a:moveTo>
                  <a:cubicBezTo>
                    <a:pt x="653" y="3698"/>
                    <a:pt x="0" y="1915"/>
                    <a:pt x="1044" y="958"/>
                  </a:cubicBezTo>
                  <a:cubicBezTo>
                    <a:pt x="2088" y="1"/>
                    <a:pt x="3784" y="827"/>
                    <a:pt x="3741" y="2219"/>
                  </a:cubicBezTo>
                  <a:cubicBezTo>
                    <a:pt x="3654" y="3089"/>
                    <a:pt x="2914" y="3785"/>
                    <a:pt x="2044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1"/>
            <p:cNvSpPr/>
            <p:nvPr/>
          </p:nvSpPr>
          <p:spPr>
            <a:xfrm>
              <a:off x="6784350" y="342500"/>
              <a:ext cx="78325" cy="77225"/>
            </a:xfrm>
            <a:custGeom>
              <a:rect b="b" l="l" r="r" t="t"/>
              <a:pathLst>
                <a:path extrusionOk="0" h="3089" w="3133">
                  <a:moveTo>
                    <a:pt x="1697" y="3088"/>
                  </a:moveTo>
                  <a:cubicBezTo>
                    <a:pt x="523" y="3045"/>
                    <a:pt x="1" y="1610"/>
                    <a:pt x="871" y="827"/>
                  </a:cubicBezTo>
                  <a:cubicBezTo>
                    <a:pt x="1740" y="0"/>
                    <a:pt x="3132" y="653"/>
                    <a:pt x="3089" y="1827"/>
                  </a:cubicBezTo>
                  <a:cubicBezTo>
                    <a:pt x="3045" y="2523"/>
                    <a:pt x="2436" y="3088"/>
                    <a:pt x="1697" y="304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1"/>
            <p:cNvSpPr/>
            <p:nvPr/>
          </p:nvSpPr>
          <p:spPr>
            <a:xfrm>
              <a:off x="121942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392" y="5089"/>
                  </a:moveTo>
                  <a:cubicBezTo>
                    <a:pt x="4306" y="5002"/>
                    <a:pt x="5176" y="2610"/>
                    <a:pt x="3741" y="1305"/>
                  </a:cubicBezTo>
                  <a:cubicBezTo>
                    <a:pt x="2306" y="0"/>
                    <a:pt x="0" y="1087"/>
                    <a:pt x="131" y="3045"/>
                  </a:cubicBezTo>
                  <a:cubicBezTo>
                    <a:pt x="174" y="4219"/>
                    <a:pt x="1175" y="5132"/>
                    <a:pt x="2392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1"/>
            <p:cNvSpPr/>
            <p:nvPr/>
          </p:nvSpPr>
          <p:spPr>
            <a:xfrm>
              <a:off x="1042200" y="322925"/>
              <a:ext cx="112000" cy="110925"/>
            </a:xfrm>
            <a:custGeom>
              <a:rect b="b" l="l" r="r" t="t"/>
              <a:pathLst>
                <a:path extrusionOk="0" h="4437" w="4480">
                  <a:moveTo>
                    <a:pt x="2044" y="4393"/>
                  </a:moveTo>
                  <a:cubicBezTo>
                    <a:pt x="3697" y="4306"/>
                    <a:pt x="4480" y="2262"/>
                    <a:pt x="3218" y="1131"/>
                  </a:cubicBezTo>
                  <a:cubicBezTo>
                    <a:pt x="2001" y="0"/>
                    <a:pt x="0" y="914"/>
                    <a:pt x="87" y="2610"/>
                  </a:cubicBezTo>
                  <a:cubicBezTo>
                    <a:pt x="130" y="3610"/>
                    <a:pt x="1000" y="4437"/>
                    <a:pt x="2044" y="43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1"/>
            <p:cNvSpPr/>
            <p:nvPr/>
          </p:nvSpPr>
          <p:spPr>
            <a:xfrm>
              <a:off x="878000" y="332700"/>
              <a:ext cx="95700" cy="94625"/>
            </a:xfrm>
            <a:custGeom>
              <a:rect b="b" l="l" r="r" t="t"/>
              <a:pathLst>
                <a:path extrusionOk="0" h="3785" w="3828">
                  <a:moveTo>
                    <a:pt x="1740" y="3741"/>
                  </a:moveTo>
                  <a:cubicBezTo>
                    <a:pt x="3176" y="3698"/>
                    <a:pt x="3828" y="1915"/>
                    <a:pt x="2741" y="958"/>
                  </a:cubicBezTo>
                  <a:cubicBezTo>
                    <a:pt x="1697" y="1"/>
                    <a:pt x="1" y="827"/>
                    <a:pt x="88" y="2219"/>
                  </a:cubicBezTo>
                  <a:cubicBezTo>
                    <a:pt x="131" y="3089"/>
                    <a:pt x="870" y="3785"/>
                    <a:pt x="1740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1"/>
            <p:cNvSpPr/>
            <p:nvPr/>
          </p:nvSpPr>
          <p:spPr>
            <a:xfrm>
              <a:off x="729050" y="342500"/>
              <a:ext cx="77225" cy="78300"/>
            </a:xfrm>
            <a:custGeom>
              <a:rect b="b" l="l" r="r" t="t"/>
              <a:pathLst>
                <a:path extrusionOk="0" h="3132" w="3089">
                  <a:moveTo>
                    <a:pt x="1435" y="3088"/>
                  </a:moveTo>
                  <a:cubicBezTo>
                    <a:pt x="2566" y="3045"/>
                    <a:pt x="3088" y="1610"/>
                    <a:pt x="2262" y="783"/>
                  </a:cubicBezTo>
                  <a:cubicBezTo>
                    <a:pt x="1392" y="0"/>
                    <a:pt x="0" y="653"/>
                    <a:pt x="44" y="1827"/>
                  </a:cubicBezTo>
                  <a:cubicBezTo>
                    <a:pt x="44" y="2523"/>
                    <a:pt x="696" y="3132"/>
                    <a:pt x="1435" y="30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">
  <p:cSld name="CUSTOM_5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>
            <p:ph hasCustomPrompt="1" type="title"/>
          </p:nvPr>
        </p:nvSpPr>
        <p:spPr>
          <a:xfrm>
            <a:off x="2788500" y="1295035"/>
            <a:ext cx="3567000" cy="649800"/>
          </a:xfrm>
          <a:prstGeom prst="rect">
            <a:avLst/>
          </a:prstGeom>
          <a:effectLst>
            <a:outerShdw rotWithShape="0" algn="bl" dir="19020000" dist="19050">
              <a:srgbClr val="D25F4B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9" name="Google Shape;229;p22"/>
          <p:cNvSpPr txBox="1"/>
          <p:nvPr>
            <p:ph idx="1" type="subTitle"/>
          </p:nvPr>
        </p:nvSpPr>
        <p:spPr>
          <a:xfrm>
            <a:off x="2788638" y="2181358"/>
            <a:ext cx="3567000" cy="3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30" name="Google Shape;230;p22"/>
          <p:cNvSpPr txBox="1"/>
          <p:nvPr>
            <p:ph hasCustomPrompt="1" idx="2" type="title"/>
          </p:nvPr>
        </p:nvSpPr>
        <p:spPr>
          <a:xfrm>
            <a:off x="713238" y="3313610"/>
            <a:ext cx="3567000" cy="649800"/>
          </a:xfrm>
          <a:prstGeom prst="rect">
            <a:avLst/>
          </a:prstGeom>
          <a:effectLst>
            <a:outerShdw rotWithShape="0" algn="bl" dir="19020000" dist="19050">
              <a:srgbClr val="D25F4B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1" name="Google Shape;231;p22"/>
          <p:cNvSpPr txBox="1"/>
          <p:nvPr>
            <p:ph idx="3" type="subTitle"/>
          </p:nvPr>
        </p:nvSpPr>
        <p:spPr>
          <a:xfrm>
            <a:off x="713376" y="4199150"/>
            <a:ext cx="3567000" cy="3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32" name="Google Shape;232;p22"/>
          <p:cNvSpPr txBox="1"/>
          <p:nvPr>
            <p:ph hasCustomPrompt="1" idx="4" type="title"/>
          </p:nvPr>
        </p:nvSpPr>
        <p:spPr>
          <a:xfrm>
            <a:off x="4863600" y="3313610"/>
            <a:ext cx="3567000" cy="649800"/>
          </a:xfrm>
          <a:prstGeom prst="rect">
            <a:avLst/>
          </a:prstGeom>
          <a:effectLst>
            <a:outerShdw rotWithShape="0" algn="bl" dir="19020000" dist="19050">
              <a:srgbClr val="D25F4B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63C66"/>
              </a:buClr>
              <a:buSzPts val="3500"/>
              <a:buNone/>
              <a:defRPr>
                <a:solidFill>
                  <a:srgbClr val="263C6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3" name="Google Shape;233;p22"/>
          <p:cNvSpPr txBox="1"/>
          <p:nvPr>
            <p:ph idx="5" type="subTitle"/>
          </p:nvPr>
        </p:nvSpPr>
        <p:spPr>
          <a:xfrm>
            <a:off x="4863741" y="4199958"/>
            <a:ext cx="3567000" cy="3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cxnSp>
        <p:nvCxnSpPr>
          <p:cNvPr id="234" name="Google Shape;234;p22"/>
          <p:cNvCxnSpPr/>
          <p:nvPr/>
        </p:nvCxnSpPr>
        <p:spPr>
          <a:xfrm>
            <a:off x="1325" y="3305250"/>
            <a:ext cx="8272500" cy="1868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22"/>
          <p:cNvCxnSpPr/>
          <p:nvPr/>
        </p:nvCxnSpPr>
        <p:spPr>
          <a:xfrm flipH="1" rot="10800000">
            <a:off x="-52050" y="-74825"/>
            <a:ext cx="3549000" cy="2793000"/>
          </a:xfrm>
          <a:prstGeom prst="curvedConnector3">
            <a:avLst>
              <a:gd fmla="val 56393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22"/>
          <p:cNvCxnSpPr/>
          <p:nvPr/>
        </p:nvCxnSpPr>
        <p:spPr>
          <a:xfrm flipH="1" rot="5400000">
            <a:off x="5548750" y="648425"/>
            <a:ext cx="4332000" cy="29919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-column text 2">
  <p:cSld name="CUSTOM_4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>
            <p:ph idx="1" type="subTitle"/>
          </p:nvPr>
        </p:nvSpPr>
        <p:spPr>
          <a:xfrm>
            <a:off x="4574700" y="2353200"/>
            <a:ext cx="3622500" cy="11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240" name="Google Shape;240;p23"/>
          <p:cNvSpPr txBox="1"/>
          <p:nvPr>
            <p:ph type="title"/>
          </p:nvPr>
        </p:nvSpPr>
        <p:spPr>
          <a:xfrm>
            <a:off x="4341150" y="1532128"/>
            <a:ext cx="40896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41" name="Google Shape;241;p23"/>
          <p:cNvGrpSpPr/>
          <p:nvPr/>
        </p:nvGrpSpPr>
        <p:grpSpPr>
          <a:xfrm rot="10800000">
            <a:off x="-1867070" y="2303605"/>
            <a:ext cx="12904395" cy="3805200"/>
            <a:chOff x="-1867070" y="-959950"/>
            <a:chExt cx="12904395" cy="3805200"/>
          </a:xfrm>
        </p:grpSpPr>
        <p:cxnSp>
          <p:nvCxnSpPr>
            <p:cNvPr id="242" name="Google Shape;242;p23"/>
            <p:cNvCxnSpPr/>
            <p:nvPr/>
          </p:nvCxnSpPr>
          <p:spPr>
            <a:xfrm flipH="1" rot="10800000">
              <a:off x="2407050" y="941750"/>
              <a:ext cx="4329900" cy="9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43" name="Google Shape;243;p23"/>
            <p:cNvCxnSpPr/>
            <p:nvPr/>
          </p:nvCxnSpPr>
          <p:spPr>
            <a:xfrm flipH="1" rot="10800000">
              <a:off x="-1867070" y="942650"/>
              <a:ext cx="4247100" cy="19026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chemeClr val="lt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23"/>
            <p:cNvCxnSpPr/>
            <p:nvPr/>
          </p:nvCxnSpPr>
          <p:spPr>
            <a:xfrm flipH="1" rot="10800000">
              <a:off x="6790225" y="-959950"/>
              <a:ext cx="4247100" cy="19026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chemeClr val="lt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45" name="Google Shape;245;p23"/>
          <p:cNvCxnSpPr/>
          <p:nvPr/>
        </p:nvCxnSpPr>
        <p:spPr>
          <a:xfrm rot="10800000">
            <a:off x="2988255" y="-45550"/>
            <a:ext cx="6293400" cy="1803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-column text 3">
  <p:cSld name="CUSTOM_4_2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4"/>
          <p:cNvSpPr txBox="1"/>
          <p:nvPr>
            <p:ph idx="1" type="subTitle"/>
          </p:nvPr>
        </p:nvSpPr>
        <p:spPr>
          <a:xfrm>
            <a:off x="4709500" y="1827550"/>
            <a:ext cx="3352800" cy="24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49" name="Google Shape;249;p24"/>
          <p:cNvSpPr txBox="1"/>
          <p:nvPr>
            <p:ph type="title"/>
          </p:nvPr>
        </p:nvSpPr>
        <p:spPr>
          <a:xfrm>
            <a:off x="4341150" y="914395"/>
            <a:ext cx="40896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250" name="Google Shape;250;p24"/>
          <p:cNvCxnSpPr/>
          <p:nvPr/>
        </p:nvCxnSpPr>
        <p:spPr>
          <a:xfrm flipH="1">
            <a:off x="4148875" y="3364325"/>
            <a:ext cx="5022600" cy="1779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24"/>
          <p:cNvCxnSpPr/>
          <p:nvPr/>
        </p:nvCxnSpPr>
        <p:spPr>
          <a:xfrm rot="-5400000">
            <a:off x="-808075" y="574550"/>
            <a:ext cx="5052300" cy="3611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-column text ">
  <p:cSld name="CUSTOM_4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>
            <p:ph idx="1" type="subTitle"/>
          </p:nvPr>
        </p:nvSpPr>
        <p:spPr>
          <a:xfrm>
            <a:off x="4976050" y="3641474"/>
            <a:ext cx="3106500" cy="8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type="title"/>
          </p:nvPr>
        </p:nvSpPr>
        <p:spPr>
          <a:xfrm>
            <a:off x="4976059" y="2998973"/>
            <a:ext cx="3106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2" type="subTitle"/>
          </p:nvPr>
        </p:nvSpPr>
        <p:spPr>
          <a:xfrm>
            <a:off x="1061400" y="1892225"/>
            <a:ext cx="3106500" cy="8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257" name="Google Shape;257;p25"/>
          <p:cNvSpPr txBox="1"/>
          <p:nvPr>
            <p:ph idx="3" type="title"/>
          </p:nvPr>
        </p:nvSpPr>
        <p:spPr>
          <a:xfrm>
            <a:off x="1061469" y="1249724"/>
            <a:ext cx="3106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58" name="Google Shape;258;p25"/>
          <p:cNvGrpSpPr/>
          <p:nvPr/>
        </p:nvGrpSpPr>
        <p:grpSpPr>
          <a:xfrm rot="-1849631">
            <a:off x="-560390" y="875873"/>
            <a:ext cx="9901971" cy="3471759"/>
            <a:chOff x="-141100" y="-1628565"/>
            <a:chExt cx="9901013" cy="8172300"/>
          </a:xfrm>
        </p:grpSpPr>
        <p:cxnSp>
          <p:nvCxnSpPr>
            <p:cNvPr id="259" name="Google Shape;259;p25"/>
            <p:cNvCxnSpPr/>
            <p:nvPr/>
          </p:nvCxnSpPr>
          <p:spPr>
            <a:xfrm flipH="1" rot="-7526633">
              <a:off x="-326501" y="132472"/>
              <a:ext cx="3493502" cy="4463456"/>
            </a:xfrm>
            <a:prstGeom prst="curvedConnector3">
              <a:avLst>
                <a:gd fmla="val 49996" name="adj1"/>
              </a:avLst>
            </a:prstGeom>
            <a:noFill/>
            <a:ln cap="flat" cmpd="sng" w="28575">
              <a:solidFill>
                <a:schemeClr val="lt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60" name="Google Shape;260;p25"/>
            <p:cNvCxnSpPr/>
            <p:nvPr/>
          </p:nvCxnSpPr>
          <p:spPr>
            <a:xfrm flipH="1" rot="3273398">
              <a:off x="2355867" y="1251327"/>
              <a:ext cx="4343006" cy="2198913"/>
            </a:xfrm>
            <a:prstGeom prst="curvedConnector3">
              <a:avLst>
                <a:gd fmla="val 49998" name="adj1"/>
              </a:avLst>
            </a:prstGeom>
            <a:noFill/>
            <a:ln cap="flat" cmpd="sng" w="28575">
              <a:solidFill>
                <a:schemeClr val="lt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61" name="Google Shape;261;p25"/>
            <p:cNvCxnSpPr/>
            <p:nvPr/>
          </p:nvCxnSpPr>
          <p:spPr>
            <a:xfrm flipH="1" rot="-7526625">
              <a:off x="5889993" y="-23422"/>
              <a:ext cx="4127238" cy="4962014"/>
            </a:xfrm>
            <a:prstGeom prst="curvedConnector3">
              <a:avLst>
                <a:gd fmla="val 50001" name="adj1"/>
              </a:avLst>
            </a:prstGeom>
            <a:noFill/>
            <a:ln cap="flat" cmpd="sng" w="28575">
              <a:solidFill>
                <a:schemeClr val="lt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6"/>
          <p:cNvSpPr txBox="1"/>
          <p:nvPr>
            <p:ph type="title"/>
          </p:nvPr>
        </p:nvSpPr>
        <p:spPr>
          <a:xfrm>
            <a:off x="713254" y="3047988"/>
            <a:ext cx="3735900" cy="47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idx="1" type="subTitle"/>
          </p:nvPr>
        </p:nvSpPr>
        <p:spPr>
          <a:xfrm>
            <a:off x="713250" y="1555763"/>
            <a:ext cx="3735900" cy="12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cxnSp>
        <p:nvCxnSpPr>
          <p:cNvPr id="266" name="Google Shape;266;p26"/>
          <p:cNvCxnSpPr/>
          <p:nvPr/>
        </p:nvCxnSpPr>
        <p:spPr>
          <a:xfrm flipH="1" rot="10800000">
            <a:off x="0" y="-63481"/>
            <a:ext cx="4861200" cy="16968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26"/>
          <p:cNvCxnSpPr/>
          <p:nvPr/>
        </p:nvCxnSpPr>
        <p:spPr>
          <a:xfrm>
            <a:off x="0" y="3231450"/>
            <a:ext cx="7330800" cy="19827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26"/>
          <p:cNvCxnSpPr/>
          <p:nvPr/>
        </p:nvCxnSpPr>
        <p:spPr>
          <a:xfrm flipH="1" rot="-5400000">
            <a:off x="5411600" y="1559300"/>
            <a:ext cx="5291700" cy="1905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269" name="Google Shape;269;p26"/>
          <p:cNvGrpSpPr/>
          <p:nvPr/>
        </p:nvGrpSpPr>
        <p:grpSpPr>
          <a:xfrm>
            <a:off x="189251" y="3761116"/>
            <a:ext cx="1200094" cy="1171061"/>
            <a:chOff x="1125475" y="238125"/>
            <a:chExt cx="5321925" cy="5193175"/>
          </a:xfrm>
        </p:grpSpPr>
        <p:sp>
          <p:nvSpPr>
            <p:cNvPr id="270" name="Google Shape;270;p26"/>
            <p:cNvSpPr/>
            <p:nvPr/>
          </p:nvSpPr>
          <p:spPr>
            <a:xfrm>
              <a:off x="3670675" y="238125"/>
              <a:ext cx="327175" cy="316075"/>
            </a:xfrm>
            <a:custGeom>
              <a:rect b="b" l="l" r="r" t="t"/>
              <a:pathLst>
                <a:path extrusionOk="0" h="12643" w="13087">
                  <a:moveTo>
                    <a:pt x="0" y="0"/>
                  </a:moveTo>
                  <a:lnTo>
                    <a:pt x="0" y="333"/>
                  </a:lnTo>
                  <a:cubicBezTo>
                    <a:pt x="333" y="333"/>
                    <a:pt x="610" y="388"/>
                    <a:pt x="887" y="499"/>
                  </a:cubicBezTo>
                  <a:cubicBezTo>
                    <a:pt x="1165" y="610"/>
                    <a:pt x="1386" y="832"/>
                    <a:pt x="1608" y="1109"/>
                  </a:cubicBezTo>
                  <a:lnTo>
                    <a:pt x="1830" y="1386"/>
                  </a:lnTo>
                  <a:lnTo>
                    <a:pt x="1830" y="9649"/>
                  </a:lnTo>
                  <a:cubicBezTo>
                    <a:pt x="1886" y="10258"/>
                    <a:pt x="1775" y="10924"/>
                    <a:pt x="1497" y="11534"/>
                  </a:cubicBezTo>
                  <a:cubicBezTo>
                    <a:pt x="1109" y="11867"/>
                    <a:pt x="555" y="12033"/>
                    <a:pt x="0" y="12033"/>
                  </a:cubicBezTo>
                  <a:lnTo>
                    <a:pt x="0" y="12421"/>
                  </a:lnTo>
                  <a:lnTo>
                    <a:pt x="4436" y="12421"/>
                  </a:lnTo>
                  <a:lnTo>
                    <a:pt x="4436" y="12033"/>
                  </a:lnTo>
                  <a:cubicBezTo>
                    <a:pt x="3937" y="12033"/>
                    <a:pt x="3494" y="11922"/>
                    <a:pt x="3105" y="11645"/>
                  </a:cubicBezTo>
                  <a:cubicBezTo>
                    <a:pt x="2828" y="11312"/>
                    <a:pt x="2662" y="10647"/>
                    <a:pt x="2662" y="9649"/>
                  </a:cubicBezTo>
                  <a:lnTo>
                    <a:pt x="2662" y="2329"/>
                  </a:lnTo>
                  <a:lnTo>
                    <a:pt x="10979" y="12643"/>
                  </a:lnTo>
                  <a:lnTo>
                    <a:pt x="11312" y="12643"/>
                  </a:lnTo>
                  <a:lnTo>
                    <a:pt x="11312" y="2773"/>
                  </a:lnTo>
                  <a:cubicBezTo>
                    <a:pt x="11201" y="2107"/>
                    <a:pt x="11368" y="1442"/>
                    <a:pt x="11645" y="887"/>
                  </a:cubicBezTo>
                  <a:cubicBezTo>
                    <a:pt x="12033" y="555"/>
                    <a:pt x="12532" y="333"/>
                    <a:pt x="13087" y="333"/>
                  </a:cubicBezTo>
                  <a:lnTo>
                    <a:pt x="13087" y="0"/>
                  </a:lnTo>
                  <a:lnTo>
                    <a:pt x="8651" y="0"/>
                  </a:lnTo>
                  <a:lnTo>
                    <a:pt x="8651" y="333"/>
                  </a:lnTo>
                  <a:cubicBezTo>
                    <a:pt x="9150" y="333"/>
                    <a:pt x="9593" y="499"/>
                    <a:pt x="9981" y="721"/>
                  </a:cubicBezTo>
                  <a:cubicBezTo>
                    <a:pt x="10370" y="1331"/>
                    <a:pt x="10591" y="2052"/>
                    <a:pt x="10480" y="2773"/>
                  </a:cubicBezTo>
                  <a:lnTo>
                    <a:pt x="10480" y="9039"/>
                  </a:lnTo>
                  <a:lnTo>
                    <a:pt x="321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6"/>
            <p:cNvSpPr/>
            <p:nvPr/>
          </p:nvSpPr>
          <p:spPr>
            <a:xfrm>
              <a:off x="1125475" y="2639150"/>
              <a:ext cx="433925" cy="316100"/>
            </a:xfrm>
            <a:custGeom>
              <a:rect b="b" l="l" r="r" t="t"/>
              <a:pathLst>
                <a:path extrusionOk="0" h="12644" w="17357">
                  <a:moveTo>
                    <a:pt x="13641" y="0"/>
                  </a:moveTo>
                  <a:lnTo>
                    <a:pt x="13641" y="389"/>
                  </a:lnTo>
                  <a:cubicBezTo>
                    <a:pt x="13918" y="389"/>
                    <a:pt x="14195" y="389"/>
                    <a:pt x="14473" y="500"/>
                  </a:cubicBezTo>
                  <a:cubicBezTo>
                    <a:pt x="14805" y="610"/>
                    <a:pt x="14972" y="888"/>
                    <a:pt x="14972" y="1220"/>
                  </a:cubicBezTo>
                  <a:cubicBezTo>
                    <a:pt x="14972" y="1387"/>
                    <a:pt x="14972" y="1498"/>
                    <a:pt x="14916" y="1609"/>
                  </a:cubicBezTo>
                  <a:cubicBezTo>
                    <a:pt x="14861" y="1941"/>
                    <a:pt x="14805" y="2274"/>
                    <a:pt x="14639" y="2607"/>
                  </a:cubicBezTo>
                  <a:lnTo>
                    <a:pt x="12310" y="8928"/>
                  </a:lnTo>
                  <a:lnTo>
                    <a:pt x="9593" y="1886"/>
                  </a:lnTo>
                  <a:cubicBezTo>
                    <a:pt x="9538" y="1664"/>
                    <a:pt x="9427" y="1498"/>
                    <a:pt x="9427" y="1387"/>
                  </a:cubicBezTo>
                  <a:cubicBezTo>
                    <a:pt x="9371" y="1331"/>
                    <a:pt x="9371" y="1220"/>
                    <a:pt x="9371" y="1109"/>
                  </a:cubicBezTo>
                  <a:cubicBezTo>
                    <a:pt x="9371" y="832"/>
                    <a:pt x="9538" y="555"/>
                    <a:pt x="9815" y="500"/>
                  </a:cubicBezTo>
                  <a:cubicBezTo>
                    <a:pt x="10148" y="389"/>
                    <a:pt x="10425" y="389"/>
                    <a:pt x="10758" y="389"/>
                  </a:cubicBezTo>
                  <a:lnTo>
                    <a:pt x="10758" y="56"/>
                  </a:lnTo>
                  <a:lnTo>
                    <a:pt x="5767" y="56"/>
                  </a:lnTo>
                  <a:lnTo>
                    <a:pt x="5767" y="389"/>
                  </a:lnTo>
                  <a:cubicBezTo>
                    <a:pt x="6044" y="389"/>
                    <a:pt x="6377" y="389"/>
                    <a:pt x="6654" y="500"/>
                  </a:cubicBezTo>
                  <a:cubicBezTo>
                    <a:pt x="6987" y="666"/>
                    <a:pt x="7264" y="943"/>
                    <a:pt x="7375" y="1331"/>
                  </a:cubicBezTo>
                  <a:lnTo>
                    <a:pt x="8262" y="3660"/>
                  </a:lnTo>
                  <a:lnTo>
                    <a:pt x="6266" y="8873"/>
                  </a:lnTo>
                  <a:lnTo>
                    <a:pt x="3604" y="1830"/>
                  </a:lnTo>
                  <a:cubicBezTo>
                    <a:pt x="3493" y="1664"/>
                    <a:pt x="3438" y="1498"/>
                    <a:pt x="3438" y="1387"/>
                  </a:cubicBezTo>
                  <a:cubicBezTo>
                    <a:pt x="3383" y="1276"/>
                    <a:pt x="3383" y="1165"/>
                    <a:pt x="3383" y="1054"/>
                  </a:cubicBezTo>
                  <a:cubicBezTo>
                    <a:pt x="3383" y="777"/>
                    <a:pt x="3549" y="555"/>
                    <a:pt x="3826" y="500"/>
                  </a:cubicBezTo>
                  <a:cubicBezTo>
                    <a:pt x="4048" y="389"/>
                    <a:pt x="4325" y="389"/>
                    <a:pt x="4602" y="389"/>
                  </a:cubicBezTo>
                  <a:lnTo>
                    <a:pt x="4602" y="56"/>
                  </a:lnTo>
                  <a:lnTo>
                    <a:pt x="0" y="56"/>
                  </a:lnTo>
                  <a:lnTo>
                    <a:pt x="0" y="389"/>
                  </a:lnTo>
                  <a:cubicBezTo>
                    <a:pt x="499" y="389"/>
                    <a:pt x="943" y="666"/>
                    <a:pt x="1220" y="1054"/>
                  </a:cubicBezTo>
                  <a:cubicBezTo>
                    <a:pt x="1774" y="2163"/>
                    <a:pt x="2218" y="3272"/>
                    <a:pt x="2606" y="4381"/>
                  </a:cubicBezTo>
                  <a:lnTo>
                    <a:pt x="4159" y="8762"/>
                  </a:lnTo>
                  <a:lnTo>
                    <a:pt x="5545" y="12643"/>
                  </a:lnTo>
                  <a:lnTo>
                    <a:pt x="5822" y="12643"/>
                  </a:lnTo>
                  <a:lnTo>
                    <a:pt x="8706" y="4714"/>
                  </a:lnTo>
                  <a:lnTo>
                    <a:pt x="10868" y="10481"/>
                  </a:lnTo>
                  <a:lnTo>
                    <a:pt x="11700" y="12643"/>
                  </a:lnTo>
                  <a:lnTo>
                    <a:pt x="11977" y="12643"/>
                  </a:lnTo>
                  <a:lnTo>
                    <a:pt x="13197" y="9261"/>
                  </a:lnTo>
                  <a:lnTo>
                    <a:pt x="13918" y="7098"/>
                  </a:lnTo>
                  <a:lnTo>
                    <a:pt x="15914" y="1498"/>
                  </a:lnTo>
                  <a:cubicBezTo>
                    <a:pt x="16025" y="1165"/>
                    <a:pt x="16247" y="832"/>
                    <a:pt x="16580" y="610"/>
                  </a:cubicBezTo>
                  <a:cubicBezTo>
                    <a:pt x="16802" y="500"/>
                    <a:pt x="17079" y="389"/>
                    <a:pt x="17356" y="389"/>
                  </a:cubicBezTo>
                  <a:lnTo>
                    <a:pt x="173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6"/>
            <p:cNvSpPr/>
            <p:nvPr/>
          </p:nvSpPr>
          <p:spPr>
            <a:xfrm>
              <a:off x="6172900" y="2671025"/>
              <a:ext cx="274500" cy="310550"/>
            </a:xfrm>
            <a:custGeom>
              <a:rect b="b" l="l" r="r" t="t"/>
              <a:pathLst>
                <a:path extrusionOk="0" h="12422" w="10980">
                  <a:moveTo>
                    <a:pt x="0" y="1"/>
                  </a:moveTo>
                  <a:lnTo>
                    <a:pt x="0" y="389"/>
                  </a:lnTo>
                  <a:cubicBezTo>
                    <a:pt x="84" y="380"/>
                    <a:pt x="165" y="375"/>
                    <a:pt x="246" y="375"/>
                  </a:cubicBezTo>
                  <a:cubicBezTo>
                    <a:pt x="647" y="375"/>
                    <a:pt x="1017" y="491"/>
                    <a:pt x="1387" y="722"/>
                  </a:cubicBezTo>
                  <a:cubicBezTo>
                    <a:pt x="1608" y="1110"/>
                    <a:pt x="1719" y="1609"/>
                    <a:pt x="1664" y="2053"/>
                  </a:cubicBezTo>
                  <a:lnTo>
                    <a:pt x="1664" y="10370"/>
                  </a:lnTo>
                  <a:cubicBezTo>
                    <a:pt x="1664" y="11036"/>
                    <a:pt x="1553" y="11535"/>
                    <a:pt x="1387" y="11701"/>
                  </a:cubicBezTo>
                  <a:cubicBezTo>
                    <a:pt x="943" y="11923"/>
                    <a:pt x="499" y="12034"/>
                    <a:pt x="0" y="12034"/>
                  </a:cubicBezTo>
                  <a:lnTo>
                    <a:pt x="0" y="12422"/>
                  </a:lnTo>
                  <a:lnTo>
                    <a:pt x="10148" y="12422"/>
                  </a:lnTo>
                  <a:lnTo>
                    <a:pt x="10980" y="9261"/>
                  </a:lnTo>
                  <a:lnTo>
                    <a:pt x="10481" y="9206"/>
                  </a:lnTo>
                  <a:cubicBezTo>
                    <a:pt x="10203" y="10037"/>
                    <a:pt x="9593" y="10758"/>
                    <a:pt x="8817" y="11257"/>
                  </a:cubicBezTo>
                  <a:cubicBezTo>
                    <a:pt x="8074" y="11536"/>
                    <a:pt x="7292" y="11659"/>
                    <a:pt x="6503" y="11659"/>
                  </a:cubicBezTo>
                  <a:cubicBezTo>
                    <a:pt x="6350" y="11659"/>
                    <a:pt x="6198" y="11655"/>
                    <a:pt x="6045" y="11646"/>
                  </a:cubicBezTo>
                  <a:cubicBezTo>
                    <a:pt x="5851" y="11660"/>
                    <a:pt x="5658" y="11667"/>
                    <a:pt x="5466" y="11667"/>
                  </a:cubicBezTo>
                  <a:cubicBezTo>
                    <a:pt x="4941" y="11667"/>
                    <a:pt x="4425" y="11616"/>
                    <a:pt x="3937" y="11535"/>
                  </a:cubicBezTo>
                  <a:cubicBezTo>
                    <a:pt x="3660" y="11479"/>
                    <a:pt x="3549" y="11257"/>
                    <a:pt x="3549" y="10925"/>
                  </a:cubicBezTo>
                  <a:lnTo>
                    <a:pt x="3549" y="6267"/>
                  </a:lnTo>
                  <a:lnTo>
                    <a:pt x="6433" y="6267"/>
                  </a:lnTo>
                  <a:cubicBezTo>
                    <a:pt x="6525" y="6258"/>
                    <a:pt x="6618" y="6253"/>
                    <a:pt x="6709" y="6253"/>
                  </a:cubicBezTo>
                  <a:cubicBezTo>
                    <a:pt x="7169" y="6253"/>
                    <a:pt x="7616" y="6368"/>
                    <a:pt x="7985" y="6600"/>
                  </a:cubicBezTo>
                  <a:cubicBezTo>
                    <a:pt x="8263" y="7043"/>
                    <a:pt x="8429" y="7542"/>
                    <a:pt x="8484" y="8041"/>
                  </a:cubicBezTo>
                  <a:lnTo>
                    <a:pt x="8928" y="8041"/>
                  </a:lnTo>
                  <a:lnTo>
                    <a:pt x="8928" y="3716"/>
                  </a:lnTo>
                  <a:lnTo>
                    <a:pt x="8484" y="3716"/>
                  </a:lnTo>
                  <a:cubicBezTo>
                    <a:pt x="8484" y="4215"/>
                    <a:pt x="8263" y="4714"/>
                    <a:pt x="7985" y="5158"/>
                  </a:cubicBezTo>
                  <a:cubicBezTo>
                    <a:pt x="7599" y="5399"/>
                    <a:pt x="7129" y="5557"/>
                    <a:pt x="6647" y="5557"/>
                  </a:cubicBezTo>
                  <a:cubicBezTo>
                    <a:pt x="6576" y="5557"/>
                    <a:pt x="6504" y="5553"/>
                    <a:pt x="6433" y="5546"/>
                  </a:cubicBezTo>
                  <a:lnTo>
                    <a:pt x="3549" y="5546"/>
                  </a:lnTo>
                  <a:lnTo>
                    <a:pt x="3549" y="1387"/>
                  </a:lnTo>
                  <a:cubicBezTo>
                    <a:pt x="3549" y="1165"/>
                    <a:pt x="3605" y="999"/>
                    <a:pt x="3660" y="888"/>
                  </a:cubicBezTo>
                  <a:cubicBezTo>
                    <a:pt x="3716" y="777"/>
                    <a:pt x="3882" y="722"/>
                    <a:pt x="4159" y="722"/>
                  </a:cubicBezTo>
                  <a:lnTo>
                    <a:pt x="6765" y="722"/>
                  </a:lnTo>
                  <a:cubicBezTo>
                    <a:pt x="6882" y="713"/>
                    <a:pt x="6999" y="708"/>
                    <a:pt x="7116" y="708"/>
                  </a:cubicBezTo>
                  <a:cubicBezTo>
                    <a:pt x="7719" y="708"/>
                    <a:pt x="8315" y="831"/>
                    <a:pt x="8873" y="1110"/>
                  </a:cubicBezTo>
                  <a:cubicBezTo>
                    <a:pt x="9261" y="1553"/>
                    <a:pt x="9482" y="2108"/>
                    <a:pt x="9538" y="2718"/>
                  </a:cubicBezTo>
                  <a:lnTo>
                    <a:pt x="10037" y="2718"/>
                  </a:lnTo>
                  <a:lnTo>
                    <a:pt x="99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6"/>
            <p:cNvSpPr/>
            <p:nvPr/>
          </p:nvSpPr>
          <p:spPr>
            <a:xfrm>
              <a:off x="3715025" y="5107975"/>
              <a:ext cx="210750" cy="323325"/>
            </a:xfrm>
            <a:custGeom>
              <a:rect b="b" l="l" r="r" t="t"/>
              <a:pathLst>
                <a:path extrusionOk="0" h="12933" w="8430">
                  <a:moveTo>
                    <a:pt x="3814" y="1"/>
                  </a:moveTo>
                  <a:cubicBezTo>
                    <a:pt x="2932" y="1"/>
                    <a:pt x="2065" y="377"/>
                    <a:pt x="1442" y="949"/>
                  </a:cubicBezTo>
                  <a:cubicBezTo>
                    <a:pt x="832" y="1559"/>
                    <a:pt x="500" y="2446"/>
                    <a:pt x="500" y="3333"/>
                  </a:cubicBezTo>
                  <a:cubicBezTo>
                    <a:pt x="555" y="4054"/>
                    <a:pt x="832" y="4719"/>
                    <a:pt x="1331" y="5274"/>
                  </a:cubicBezTo>
                  <a:cubicBezTo>
                    <a:pt x="1664" y="5662"/>
                    <a:pt x="2052" y="5939"/>
                    <a:pt x="2496" y="6217"/>
                  </a:cubicBezTo>
                  <a:lnTo>
                    <a:pt x="4049" y="7215"/>
                  </a:lnTo>
                  <a:cubicBezTo>
                    <a:pt x="4714" y="7603"/>
                    <a:pt x="5324" y="8046"/>
                    <a:pt x="5878" y="8490"/>
                  </a:cubicBezTo>
                  <a:cubicBezTo>
                    <a:pt x="6322" y="8934"/>
                    <a:pt x="6544" y="9488"/>
                    <a:pt x="6544" y="10098"/>
                  </a:cubicBezTo>
                  <a:cubicBezTo>
                    <a:pt x="6544" y="10708"/>
                    <a:pt x="6322" y="11263"/>
                    <a:pt x="5878" y="11706"/>
                  </a:cubicBezTo>
                  <a:cubicBezTo>
                    <a:pt x="5435" y="12039"/>
                    <a:pt x="4880" y="12261"/>
                    <a:pt x="4326" y="12261"/>
                  </a:cubicBezTo>
                  <a:cubicBezTo>
                    <a:pt x="3272" y="12261"/>
                    <a:pt x="2219" y="11762"/>
                    <a:pt x="1553" y="10930"/>
                  </a:cubicBezTo>
                  <a:cubicBezTo>
                    <a:pt x="1054" y="10320"/>
                    <a:pt x="721" y="9654"/>
                    <a:pt x="444" y="8934"/>
                  </a:cubicBezTo>
                  <a:lnTo>
                    <a:pt x="1" y="8934"/>
                  </a:lnTo>
                  <a:lnTo>
                    <a:pt x="555" y="12926"/>
                  </a:lnTo>
                  <a:lnTo>
                    <a:pt x="999" y="12926"/>
                  </a:lnTo>
                  <a:cubicBezTo>
                    <a:pt x="999" y="12760"/>
                    <a:pt x="1054" y="12649"/>
                    <a:pt x="1110" y="12483"/>
                  </a:cubicBezTo>
                  <a:cubicBezTo>
                    <a:pt x="1193" y="12358"/>
                    <a:pt x="1307" y="12295"/>
                    <a:pt x="1453" y="12295"/>
                  </a:cubicBezTo>
                  <a:cubicBezTo>
                    <a:pt x="1501" y="12295"/>
                    <a:pt x="1553" y="12302"/>
                    <a:pt x="1609" y="12316"/>
                  </a:cubicBezTo>
                  <a:cubicBezTo>
                    <a:pt x="1941" y="12372"/>
                    <a:pt x="2330" y="12483"/>
                    <a:pt x="2662" y="12593"/>
                  </a:cubicBezTo>
                  <a:cubicBezTo>
                    <a:pt x="3217" y="12815"/>
                    <a:pt x="3882" y="12926"/>
                    <a:pt x="4492" y="12926"/>
                  </a:cubicBezTo>
                  <a:cubicBezTo>
                    <a:pt x="4564" y="12930"/>
                    <a:pt x="4636" y="12932"/>
                    <a:pt x="4708" y="12932"/>
                  </a:cubicBezTo>
                  <a:cubicBezTo>
                    <a:pt x="5640" y="12932"/>
                    <a:pt x="6600" y="12601"/>
                    <a:pt x="7320" y="11983"/>
                  </a:cubicBezTo>
                  <a:cubicBezTo>
                    <a:pt x="8041" y="11318"/>
                    <a:pt x="8429" y="10431"/>
                    <a:pt x="8429" y="9488"/>
                  </a:cubicBezTo>
                  <a:cubicBezTo>
                    <a:pt x="8429" y="8823"/>
                    <a:pt x="8207" y="8157"/>
                    <a:pt x="7819" y="7603"/>
                  </a:cubicBezTo>
                  <a:cubicBezTo>
                    <a:pt x="7209" y="6882"/>
                    <a:pt x="6433" y="6327"/>
                    <a:pt x="5657" y="5884"/>
                  </a:cubicBezTo>
                  <a:lnTo>
                    <a:pt x="3993" y="4830"/>
                  </a:lnTo>
                  <a:cubicBezTo>
                    <a:pt x="3494" y="4553"/>
                    <a:pt x="2995" y="4165"/>
                    <a:pt x="2607" y="3721"/>
                  </a:cubicBezTo>
                  <a:cubicBezTo>
                    <a:pt x="2330" y="3389"/>
                    <a:pt x="2163" y="2945"/>
                    <a:pt x="2163" y="2501"/>
                  </a:cubicBezTo>
                  <a:cubicBezTo>
                    <a:pt x="2163" y="2002"/>
                    <a:pt x="2330" y="1559"/>
                    <a:pt x="2718" y="1226"/>
                  </a:cubicBezTo>
                  <a:cubicBezTo>
                    <a:pt x="3106" y="949"/>
                    <a:pt x="3605" y="782"/>
                    <a:pt x="4104" y="782"/>
                  </a:cubicBezTo>
                  <a:cubicBezTo>
                    <a:pt x="4825" y="838"/>
                    <a:pt x="5490" y="1060"/>
                    <a:pt x="6100" y="1503"/>
                  </a:cubicBezTo>
                  <a:cubicBezTo>
                    <a:pt x="6877" y="2113"/>
                    <a:pt x="7376" y="3000"/>
                    <a:pt x="7542" y="3998"/>
                  </a:cubicBezTo>
                  <a:lnTo>
                    <a:pt x="8041" y="3998"/>
                  </a:lnTo>
                  <a:lnTo>
                    <a:pt x="7597" y="6"/>
                  </a:lnTo>
                  <a:lnTo>
                    <a:pt x="7209" y="6"/>
                  </a:lnTo>
                  <a:cubicBezTo>
                    <a:pt x="7209" y="172"/>
                    <a:pt x="7098" y="339"/>
                    <a:pt x="7043" y="505"/>
                  </a:cubicBezTo>
                  <a:cubicBezTo>
                    <a:pt x="6877" y="616"/>
                    <a:pt x="6710" y="671"/>
                    <a:pt x="6544" y="671"/>
                  </a:cubicBezTo>
                  <a:cubicBezTo>
                    <a:pt x="6211" y="561"/>
                    <a:pt x="5823" y="450"/>
                    <a:pt x="5490" y="339"/>
                  </a:cubicBezTo>
                  <a:cubicBezTo>
                    <a:pt x="4991" y="117"/>
                    <a:pt x="4492" y="61"/>
                    <a:pt x="3993" y="6"/>
                  </a:cubicBezTo>
                  <a:cubicBezTo>
                    <a:pt x="3933" y="2"/>
                    <a:pt x="3873" y="1"/>
                    <a:pt x="38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1763150" y="792625"/>
              <a:ext cx="4240650" cy="4087100"/>
            </a:xfrm>
            <a:custGeom>
              <a:rect b="b" l="l" r="r" t="t"/>
              <a:pathLst>
                <a:path extrusionOk="0" h="163484" w="169626">
                  <a:moveTo>
                    <a:pt x="86393" y="36210"/>
                  </a:moveTo>
                  <a:lnTo>
                    <a:pt x="86393" y="36210"/>
                  </a:lnTo>
                  <a:cubicBezTo>
                    <a:pt x="96097" y="37153"/>
                    <a:pt x="105191" y="41201"/>
                    <a:pt x="112455" y="47744"/>
                  </a:cubicBezTo>
                  <a:lnTo>
                    <a:pt x="101587" y="55618"/>
                  </a:lnTo>
                  <a:cubicBezTo>
                    <a:pt x="97816" y="52735"/>
                    <a:pt x="93436" y="50738"/>
                    <a:pt x="88778" y="49740"/>
                  </a:cubicBezTo>
                  <a:lnTo>
                    <a:pt x="86393" y="36210"/>
                  </a:lnTo>
                  <a:close/>
                  <a:moveTo>
                    <a:pt x="75248" y="36376"/>
                  </a:moveTo>
                  <a:lnTo>
                    <a:pt x="73473" y="50017"/>
                  </a:lnTo>
                  <a:cubicBezTo>
                    <a:pt x="68982" y="51182"/>
                    <a:pt x="64823" y="53234"/>
                    <a:pt x="61218" y="56173"/>
                  </a:cubicBezTo>
                  <a:cubicBezTo>
                    <a:pt x="56450" y="52956"/>
                    <a:pt x="51625" y="49685"/>
                    <a:pt x="50184" y="48520"/>
                  </a:cubicBezTo>
                  <a:cubicBezTo>
                    <a:pt x="57060" y="41977"/>
                    <a:pt x="65821" y="37763"/>
                    <a:pt x="75248" y="36376"/>
                  </a:cubicBezTo>
                  <a:close/>
                  <a:moveTo>
                    <a:pt x="73196" y="52014"/>
                  </a:moveTo>
                  <a:lnTo>
                    <a:pt x="71754" y="63104"/>
                  </a:lnTo>
                  <a:cubicBezTo>
                    <a:pt x="71144" y="62716"/>
                    <a:pt x="67207" y="60110"/>
                    <a:pt x="62827" y="57226"/>
                  </a:cubicBezTo>
                  <a:lnTo>
                    <a:pt x="62827" y="57171"/>
                  </a:lnTo>
                  <a:cubicBezTo>
                    <a:pt x="65932" y="54842"/>
                    <a:pt x="69425" y="53067"/>
                    <a:pt x="73196" y="52014"/>
                  </a:cubicBezTo>
                  <a:close/>
                  <a:moveTo>
                    <a:pt x="89110" y="51736"/>
                  </a:moveTo>
                  <a:lnTo>
                    <a:pt x="89110" y="51736"/>
                  </a:lnTo>
                  <a:cubicBezTo>
                    <a:pt x="93047" y="52679"/>
                    <a:pt x="96763" y="54398"/>
                    <a:pt x="99979" y="56782"/>
                  </a:cubicBezTo>
                  <a:lnTo>
                    <a:pt x="91162" y="63215"/>
                  </a:lnTo>
                  <a:lnTo>
                    <a:pt x="89110" y="51736"/>
                  </a:lnTo>
                  <a:close/>
                  <a:moveTo>
                    <a:pt x="51570" y="50017"/>
                  </a:moveTo>
                  <a:lnTo>
                    <a:pt x="51570" y="50017"/>
                  </a:lnTo>
                  <a:cubicBezTo>
                    <a:pt x="56949" y="53844"/>
                    <a:pt x="70922" y="62993"/>
                    <a:pt x="71588" y="63437"/>
                  </a:cubicBezTo>
                  <a:lnTo>
                    <a:pt x="71699" y="63326"/>
                  </a:lnTo>
                  <a:lnTo>
                    <a:pt x="70867" y="70035"/>
                  </a:lnTo>
                  <a:lnTo>
                    <a:pt x="51570" y="50017"/>
                  </a:lnTo>
                  <a:close/>
                  <a:moveTo>
                    <a:pt x="111513" y="49352"/>
                  </a:moveTo>
                  <a:lnTo>
                    <a:pt x="111513" y="49352"/>
                  </a:lnTo>
                  <a:cubicBezTo>
                    <a:pt x="102197" y="66154"/>
                    <a:pt x="100422" y="69647"/>
                    <a:pt x="100145" y="70479"/>
                  </a:cubicBezTo>
                  <a:lnTo>
                    <a:pt x="92548" y="69481"/>
                  </a:lnTo>
                  <a:lnTo>
                    <a:pt x="111513" y="49352"/>
                  </a:lnTo>
                  <a:close/>
                  <a:moveTo>
                    <a:pt x="105191" y="61496"/>
                  </a:moveTo>
                  <a:lnTo>
                    <a:pt x="105191" y="61551"/>
                  </a:lnTo>
                  <a:cubicBezTo>
                    <a:pt x="107853" y="64601"/>
                    <a:pt x="109905" y="68095"/>
                    <a:pt x="111235" y="71921"/>
                  </a:cubicBezTo>
                  <a:lnTo>
                    <a:pt x="100478" y="70534"/>
                  </a:lnTo>
                  <a:cubicBezTo>
                    <a:pt x="100755" y="69814"/>
                    <a:pt x="102419" y="66597"/>
                    <a:pt x="105191" y="61496"/>
                  </a:cubicBezTo>
                  <a:close/>
                  <a:moveTo>
                    <a:pt x="57193" y="62758"/>
                  </a:moveTo>
                  <a:cubicBezTo>
                    <a:pt x="59513" y="67177"/>
                    <a:pt x="61552" y="71091"/>
                    <a:pt x="61828" y="71643"/>
                  </a:cubicBezTo>
                  <a:lnTo>
                    <a:pt x="51736" y="73251"/>
                  </a:lnTo>
                  <a:cubicBezTo>
                    <a:pt x="52896" y="69442"/>
                    <a:pt x="54714" y="65908"/>
                    <a:pt x="57193" y="62758"/>
                  </a:cubicBezTo>
                  <a:close/>
                  <a:moveTo>
                    <a:pt x="112622" y="48021"/>
                  </a:moveTo>
                  <a:cubicBezTo>
                    <a:pt x="120108" y="54897"/>
                    <a:pt x="125154" y="64047"/>
                    <a:pt x="126873" y="74028"/>
                  </a:cubicBezTo>
                  <a:lnTo>
                    <a:pt x="113232" y="72253"/>
                  </a:lnTo>
                  <a:cubicBezTo>
                    <a:pt x="111845" y="67595"/>
                    <a:pt x="109405" y="63381"/>
                    <a:pt x="106134" y="59777"/>
                  </a:cubicBezTo>
                  <a:cubicBezTo>
                    <a:pt x="107908" y="56561"/>
                    <a:pt x="110071" y="52679"/>
                    <a:pt x="112511" y="48298"/>
                  </a:cubicBezTo>
                  <a:lnTo>
                    <a:pt x="112511" y="48243"/>
                  </a:lnTo>
                  <a:lnTo>
                    <a:pt x="112622" y="48021"/>
                  </a:lnTo>
                  <a:close/>
                  <a:moveTo>
                    <a:pt x="49851" y="48853"/>
                  </a:moveTo>
                  <a:cubicBezTo>
                    <a:pt x="50905" y="50627"/>
                    <a:pt x="53622" y="55895"/>
                    <a:pt x="56228" y="60886"/>
                  </a:cubicBezTo>
                  <a:cubicBezTo>
                    <a:pt x="53178" y="64601"/>
                    <a:pt x="50960" y="68926"/>
                    <a:pt x="49740" y="73584"/>
                  </a:cubicBezTo>
                  <a:lnTo>
                    <a:pt x="36210" y="75691"/>
                  </a:lnTo>
                  <a:cubicBezTo>
                    <a:pt x="37596" y="65488"/>
                    <a:pt x="42421" y="56006"/>
                    <a:pt x="49851" y="48853"/>
                  </a:cubicBezTo>
                  <a:close/>
                  <a:moveTo>
                    <a:pt x="81735" y="6100"/>
                  </a:moveTo>
                  <a:cubicBezTo>
                    <a:pt x="122104" y="6156"/>
                    <a:pt x="155430" y="37763"/>
                    <a:pt x="157537" y="78076"/>
                  </a:cubicBezTo>
                  <a:lnTo>
                    <a:pt x="127649" y="74139"/>
                  </a:lnTo>
                  <a:cubicBezTo>
                    <a:pt x="125930" y="63825"/>
                    <a:pt x="120773" y="54454"/>
                    <a:pt x="113065" y="47411"/>
                  </a:cubicBezTo>
                  <a:lnTo>
                    <a:pt x="113287" y="47134"/>
                  </a:lnTo>
                  <a:lnTo>
                    <a:pt x="113287" y="47134"/>
                  </a:lnTo>
                  <a:lnTo>
                    <a:pt x="113010" y="47356"/>
                  </a:lnTo>
                  <a:cubicBezTo>
                    <a:pt x="105579" y="40646"/>
                    <a:pt x="96208" y="36487"/>
                    <a:pt x="86282" y="35489"/>
                  </a:cubicBezTo>
                  <a:lnTo>
                    <a:pt x="81125" y="6100"/>
                  </a:lnTo>
                  <a:close/>
                  <a:moveTo>
                    <a:pt x="81680" y="2440"/>
                  </a:moveTo>
                  <a:cubicBezTo>
                    <a:pt x="82844" y="2440"/>
                    <a:pt x="84009" y="2440"/>
                    <a:pt x="85173" y="2496"/>
                  </a:cubicBezTo>
                  <a:lnTo>
                    <a:pt x="85562" y="2496"/>
                  </a:lnTo>
                  <a:cubicBezTo>
                    <a:pt x="87003" y="2551"/>
                    <a:pt x="88445" y="2662"/>
                    <a:pt x="89887" y="2828"/>
                  </a:cubicBezTo>
                  <a:lnTo>
                    <a:pt x="90330" y="2884"/>
                  </a:lnTo>
                  <a:cubicBezTo>
                    <a:pt x="91772" y="3050"/>
                    <a:pt x="93214" y="3217"/>
                    <a:pt x="94600" y="3438"/>
                  </a:cubicBezTo>
                  <a:lnTo>
                    <a:pt x="94988" y="3494"/>
                  </a:lnTo>
                  <a:cubicBezTo>
                    <a:pt x="96430" y="3771"/>
                    <a:pt x="97872" y="4048"/>
                    <a:pt x="99258" y="4381"/>
                  </a:cubicBezTo>
                  <a:lnTo>
                    <a:pt x="99646" y="4437"/>
                  </a:lnTo>
                  <a:cubicBezTo>
                    <a:pt x="101088" y="4769"/>
                    <a:pt x="102474" y="5157"/>
                    <a:pt x="103805" y="5546"/>
                  </a:cubicBezTo>
                  <a:lnTo>
                    <a:pt x="104249" y="5656"/>
                  </a:lnTo>
                  <a:cubicBezTo>
                    <a:pt x="105635" y="6045"/>
                    <a:pt x="107021" y="6488"/>
                    <a:pt x="108352" y="6987"/>
                  </a:cubicBezTo>
                  <a:lnTo>
                    <a:pt x="108740" y="7154"/>
                  </a:lnTo>
                  <a:cubicBezTo>
                    <a:pt x="110126" y="7653"/>
                    <a:pt x="111457" y="8152"/>
                    <a:pt x="112788" y="8706"/>
                  </a:cubicBezTo>
                  <a:lnTo>
                    <a:pt x="113176" y="8873"/>
                  </a:lnTo>
                  <a:cubicBezTo>
                    <a:pt x="114452" y="9483"/>
                    <a:pt x="115782" y="10093"/>
                    <a:pt x="117058" y="10703"/>
                  </a:cubicBezTo>
                  <a:lnTo>
                    <a:pt x="117446" y="10869"/>
                  </a:lnTo>
                  <a:cubicBezTo>
                    <a:pt x="118721" y="11534"/>
                    <a:pt x="119997" y="12255"/>
                    <a:pt x="121272" y="12976"/>
                  </a:cubicBezTo>
                  <a:lnTo>
                    <a:pt x="121605" y="13198"/>
                  </a:lnTo>
                  <a:cubicBezTo>
                    <a:pt x="122880" y="13863"/>
                    <a:pt x="124100" y="14695"/>
                    <a:pt x="125320" y="15471"/>
                  </a:cubicBezTo>
                  <a:lnTo>
                    <a:pt x="125653" y="15693"/>
                  </a:lnTo>
                  <a:cubicBezTo>
                    <a:pt x="126873" y="16469"/>
                    <a:pt x="128037" y="17301"/>
                    <a:pt x="129201" y="18188"/>
                  </a:cubicBezTo>
                  <a:lnTo>
                    <a:pt x="129534" y="18410"/>
                  </a:lnTo>
                  <a:cubicBezTo>
                    <a:pt x="130643" y="19297"/>
                    <a:pt x="131808" y="20185"/>
                    <a:pt x="132917" y="21127"/>
                  </a:cubicBezTo>
                  <a:lnTo>
                    <a:pt x="133194" y="21405"/>
                  </a:lnTo>
                  <a:cubicBezTo>
                    <a:pt x="134303" y="22347"/>
                    <a:pt x="135357" y="23290"/>
                    <a:pt x="136410" y="24288"/>
                  </a:cubicBezTo>
                  <a:lnTo>
                    <a:pt x="136743" y="24565"/>
                  </a:lnTo>
                  <a:cubicBezTo>
                    <a:pt x="137796" y="25563"/>
                    <a:pt x="138795" y="26617"/>
                    <a:pt x="139793" y="27671"/>
                  </a:cubicBezTo>
                  <a:cubicBezTo>
                    <a:pt x="139904" y="27726"/>
                    <a:pt x="139959" y="27837"/>
                    <a:pt x="140070" y="27948"/>
                  </a:cubicBezTo>
                  <a:lnTo>
                    <a:pt x="140125" y="27892"/>
                  </a:lnTo>
                  <a:cubicBezTo>
                    <a:pt x="141068" y="28946"/>
                    <a:pt x="142066" y="30055"/>
                    <a:pt x="142953" y="31164"/>
                  </a:cubicBezTo>
                  <a:cubicBezTo>
                    <a:pt x="143064" y="31275"/>
                    <a:pt x="143120" y="31386"/>
                    <a:pt x="143231" y="31497"/>
                  </a:cubicBezTo>
                  <a:cubicBezTo>
                    <a:pt x="144173" y="32606"/>
                    <a:pt x="145061" y="33715"/>
                    <a:pt x="145892" y="34879"/>
                  </a:cubicBezTo>
                  <a:lnTo>
                    <a:pt x="146336" y="35545"/>
                  </a:lnTo>
                  <a:cubicBezTo>
                    <a:pt x="147223" y="36709"/>
                    <a:pt x="147999" y="37929"/>
                    <a:pt x="148776" y="39094"/>
                  </a:cubicBezTo>
                  <a:lnTo>
                    <a:pt x="148998" y="39482"/>
                  </a:lnTo>
                  <a:cubicBezTo>
                    <a:pt x="149774" y="40702"/>
                    <a:pt x="150550" y="41922"/>
                    <a:pt x="151216" y="43197"/>
                  </a:cubicBezTo>
                  <a:lnTo>
                    <a:pt x="151437" y="43530"/>
                  </a:lnTo>
                  <a:cubicBezTo>
                    <a:pt x="152158" y="44805"/>
                    <a:pt x="152824" y="46080"/>
                    <a:pt x="153434" y="47411"/>
                  </a:cubicBezTo>
                  <a:cubicBezTo>
                    <a:pt x="153489" y="47522"/>
                    <a:pt x="153545" y="47633"/>
                    <a:pt x="153600" y="47744"/>
                  </a:cubicBezTo>
                  <a:cubicBezTo>
                    <a:pt x="154210" y="49075"/>
                    <a:pt x="154820" y="50406"/>
                    <a:pt x="155374" y="51736"/>
                  </a:cubicBezTo>
                  <a:cubicBezTo>
                    <a:pt x="155430" y="51847"/>
                    <a:pt x="155485" y="51958"/>
                    <a:pt x="155541" y="52125"/>
                  </a:cubicBezTo>
                  <a:cubicBezTo>
                    <a:pt x="156040" y="53455"/>
                    <a:pt x="156594" y="54786"/>
                    <a:pt x="157038" y="56173"/>
                  </a:cubicBezTo>
                  <a:cubicBezTo>
                    <a:pt x="157093" y="56283"/>
                    <a:pt x="157149" y="56450"/>
                    <a:pt x="157204" y="56561"/>
                  </a:cubicBezTo>
                  <a:cubicBezTo>
                    <a:pt x="157648" y="57947"/>
                    <a:pt x="158036" y="59333"/>
                    <a:pt x="158424" y="60720"/>
                  </a:cubicBezTo>
                  <a:cubicBezTo>
                    <a:pt x="158480" y="60830"/>
                    <a:pt x="158535" y="60997"/>
                    <a:pt x="158591" y="61108"/>
                  </a:cubicBezTo>
                  <a:cubicBezTo>
                    <a:pt x="158923" y="62494"/>
                    <a:pt x="159311" y="63880"/>
                    <a:pt x="159589" y="65322"/>
                  </a:cubicBezTo>
                  <a:cubicBezTo>
                    <a:pt x="159589" y="65433"/>
                    <a:pt x="159644" y="65599"/>
                    <a:pt x="159700" y="65710"/>
                  </a:cubicBezTo>
                  <a:cubicBezTo>
                    <a:pt x="159977" y="67096"/>
                    <a:pt x="160199" y="68538"/>
                    <a:pt x="160476" y="69980"/>
                  </a:cubicBezTo>
                  <a:cubicBezTo>
                    <a:pt x="160476" y="70146"/>
                    <a:pt x="160476" y="70257"/>
                    <a:pt x="160531" y="70368"/>
                  </a:cubicBezTo>
                  <a:cubicBezTo>
                    <a:pt x="160698" y="71810"/>
                    <a:pt x="160864" y="73251"/>
                    <a:pt x="161030" y="74693"/>
                  </a:cubicBezTo>
                  <a:lnTo>
                    <a:pt x="161030" y="75081"/>
                  </a:lnTo>
                  <a:cubicBezTo>
                    <a:pt x="161141" y="76246"/>
                    <a:pt x="161252" y="77410"/>
                    <a:pt x="161252" y="78519"/>
                  </a:cubicBezTo>
                  <a:lnTo>
                    <a:pt x="158258" y="78131"/>
                  </a:lnTo>
                  <a:cubicBezTo>
                    <a:pt x="158202" y="77189"/>
                    <a:pt x="158147" y="76301"/>
                    <a:pt x="158092" y="75359"/>
                  </a:cubicBezTo>
                  <a:lnTo>
                    <a:pt x="158036" y="74970"/>
                  </a:lnTo>
                  <a:cubicBezTo>
                    <a:pt x="157925" y="73584"/>
                    <a:pt x="157759" y="72198"/>
                    <a:pt x="157537" y="70812"/>
                  </a:cubicBezTo>
                  <a:lnTo>
                    <a:pt x="157482" y="70423"/>
                  </a:lnTo>
                  <a:cubicBezTo>
                    <a:pt x="157260" y="69037"/>
                    <a:pt x="157038" y="67706"/>
                    <a:pt x="156761" y="66320"/>
                  </a:cubicBezTo>
                  <a:cubicBezTo>
                    <a:pt x="156761" y="66209"/>
                    <a:pt x="156705" y="66043"/>
                    <a:pt x="156650" y="65932"/>
                  </a:cubicBezTo>
                  <a:cubicBezTo>
                    <a:pt x="156373" y="64546"/>
                    <a:pt x="156040" y="63215"/>
                    <a:pt x="155707" y="61884"/>
                  </a:cubicBezTo>
                  <a:cubicBezTo>
                    <a:pt x="155652" y="61773"/>
                    <a:pt x="155596" y="61607"/>
                    <a:pt x="155596" y="61496"/>
                  </a:cubicBezTo>
                  <a:cubicBezTo>
                    <a:pt x="155208" y="60165"/>
                    <a:pt x="154820" y="58834"/>
                    <a:pt x="154376" y="57503"/>
                  </a:cubicBezTo>
                  <a:cubicBezTo>
                    <a:pt x="154321" y="57392"/>
                    <a:pt x="154265" y="57282"/>
                    <a:pt x="154210" y="57115"/>
                  </a:cubicBezTo>
                  <a:cubicBezTo>
                    <a:pt x="153766" y="55840"/>
                    <a:pt x="153267" y="54509"/>
                    <a:pt x="152768" y="53234"/>
                  </a:cubicBezTo>
                  <a:cubicBezTo>
                    <a:pt x="152713" y="53123"/>
                    <a:pt x="152657" y="53012"/>
                    <a:pt x="152602" y="52845"/>
                  </a:cubicBezTo>
                  <a:cubicBezTo>
                    <a:pt x="152103" y="51570"/>
                    <a:pt x="151493" y="50295"/>
                    <a:pt x="150938" y="49075"/>
                  </a:cubicBezTo>
                  <a:lnTo>
                    <a:pt x="150717" y="48687"/>
                  </a:lnTo>
                  <a:cubicBezTo>
                    <a:pt x="150107" y="47467"/>
                    <a:pt x="149497" y="46247"/>
                    <a:pt x="148831" y="45027"/>
                  </a:cubicBezTo>
                  <a:cubicBezTo>
                    <a:pt x="148776" y="44916"/>
                    <a:pt x="148720" y="44750"/>
                    <a:pt x="148609" y="44639"/>
                  </a:cubicBezTo>
                  <a:cubicBezTo>
                    <a:pt x="147944" y="43419"/>
                    <a:pt x="147223" y="42254"/>
                    <a:pt x="146502" y="41090"/>
                  </a:cubicBezTo>
                  <a:cubicBezTo>
                    <a:pt x="146447" y="40979"/>
                    <a:pt x="146336" y="40868"/>
                    <a:pt x="146280" y="40757"/>
                  </a:cubicBezTo>
                  <a:cubicBezTo>
                    <a:pt x="145560" y="39593"/>
                    <a:pt x="144728" y="38428"/>
                    <a:pt x="143951" y="37319"/>
                  </a:cubicBezTo>
                  <a:lnTo>
                    <a:pt x="143508" y="36654"/>
                  </a:lnTo>
                  <a:cubicBezTo>
                    <a:pt x="142676" y="35545"/>
                    <a:pt x="141789" y="34491"/>
                    <a:pt x="140957" y="33382"/>
                  </a:cubicBezTo>
                  <a:lnTo>
                    <a:pt x="140680" y="33105"/>
                  </a:lnTo>
                  <a:cubicBezTo>
                    <a:pt x="139793" y="31996"/>
                    <a:pt x="138850" y="30998"/>
                    <a:pt x="137907" y="29944"/>
                  </a:cubicBezTo>
                  <a:lnTo>
                    <a:pt x="137630" y="29667"/>
                  </a:lnTo>
                  <a:cubicBezTo>
                    <a:pt x="136687" y="28669"/>
                    <a:pt x="135689" y="27671"/>
                    <a:pt x="134691" y="26728"/>
                  </a:cubicBezTo>
                  <a:lnTo>
                    <a:pt x="134414" y="26395"/>
                  </a:lnTo>
                  <a:cubicBezTo>
                    <a:pt x="133416" y="25453"/>
                    <a:pt x="132362" y="24565"/>
                    <a:pt x="131309" y="23623"/>
                  </a:cubicBezTo>
                  <a:lnTo>
                    <a:pt x="130976" y="23401"/>
                  </a:lnTo>
                  <a:cubicBezTo>
                    <a:pt x="129922" y="22514"/>
                    <a:pt x="128869" y="21626"/>
                    <a:pt x="127760" y="20795"/>
                  </a:cubicBezTo>
                  <a:lnTo>
                    <a:pt x="127427" y="20517"/>
                  </a:lnTo>
                  <a:cubicBezTo>
                    <a:pt x="126318" y="19686"/>
                    <a:pt x="125154" y="18909"/>
                    <a:pt x="124045" y="18133"/>
                  </a:cubicBezTo>
                  <a:lnTo>
                    <a:pt x="123656" y="17911"/>
                  </a:lnTo>
                  <a:cubicBezTo>
                    <a:pt x="122492" y="17190"/>
                    <a:pt x="121327" y="16414"/>
                    <a:pt x="120163" y="15749"/>
                  </a:cubicBezTo>
                  <a:lnTo>
                    <a:pt x="119775" y="15527"/>
                  </a:lnTo>
                  <a:cubicBezTo>
                    <a:pt x="118610" y="14861"/>
                    <a:pt x="117390" y="14196"/>
                    <a:pt x="116115" y="13586"/>
                  </a:cubicBezTo>
                  <a:lnTo>
                    <a:pt x="115782" y="13364"/>
                  </a:lnTo>
                  <a:cubicBezTo>
                    <a:pt x="114507" y="12754"/>
                    <a:pt x="113287" y="12200"/>
                    <a:pt x="112012" y="11645"/>
                  </a:cubicBezTo>
                  <a:cubicBezTo>
                    <a:pt x="111845" y="11590"/>
                    <a:pt x="111734" y="11534"/>
                    <a:pt x="111624" y="11479"/>
                  </a:cubicBezTo>
                  <a:cubicBezTo>
                    <a:pt x="110348" y="10924"/>
                    <a:pt x="109073" y="10425"/>
                    <a:pt x="107742" y="9926"/>
                  </a:cubicBezTo>
                  <a:lnTo>
                    <a:pt x="107354" y="9815"/>
                  </a:lnTo>
                  <a:cubicBezTo>
                    <a:pt x="106078" y="9316"/>
                    <a:pt x="104748" y="8928"/>
                    <a:pt x="103417" y="8540"/>
                  </a:cubicBezTo>
                  <a:lnTo>
                    <a:pt x="103029" y="8374"/>
                  </a:lnTo>
                  <a:cubicBezTo>
                    <a:pt x="101698" y="8041"/>
                    <a:pt x="100367" y="7653"/>
                    <a:pt x="98981" y="7375"/>
                  </a:cubicBezTo>
                  <a:lnTo>
                    <a:pt x="98593" y="7265"/>
                  </a:lnTo>
                  <a:cubicBezTo>
                    <a:pt x="97262" y="6932"/>
                    <a:pt x="95875" y="6710"/>
                    <a:pt x="94545" y="6433"/>
                  </a:cubicBezTo>
                  <a:lnTo>
                    <a:pt x="94101" y="6377"/>
                  </a:lnTo>
                  <a:cubicBezTo>
                    <a:pt x="92770" y="6156"/>
                    <a:pt x="91384" y="5989"/>
                    <a:pt x="89998" y="5823"/>
                  </a:cubicBezTo>
                  <a:lnTo>
                    <a:pt x="89609" y="5767"/>
                  </a:lnTo>
                  <a:cubicBezTo>
                    <a:pt x="88223" y="5656"/>
                    <a:pt x="86837" y="5546"/>
                    <a:pt x="85451" y="5490"/>
                  </a:cubicBezTo>
                  <a:lnTo>
                    <a:pt x="85007" y="5490"/>
                  </a:lnTo>
                  <a:cubicBezTo>
                    <a:pt x="83898" y="5435"/>
                    <a:pt x="82789" y="5379"/>
                    <a:pt x="81680" y="5379"/>
                  </a:cubicBezTo>
                  <a:lnTo>
                    <a:pt x="80959" y="5379"/>
                  </a:lnTo>
                  <a:lnTo>
                    <a:pt x="80848" y="4658"/>
                  </a:lnTo>
                  <a:lnTo>
                    <a:pt x="80460" y="2440"/>
                  </a:lnTo>
                  <a:close/>
                  <a:moveTo>
                    <a:pt x="79296" y="6156"/>
                  </a:moveTo>
                  <a:lnTo>
                    <a:pt x="75359" y="35711"/>
                  </a:lnTo>
                  <a:cubicBezTo>
                    <a:pt x="54564" y="38594"/>
                    <a:pt x="38262" y="55008"/>
                    <a:pt x="35545" y="75858"/>
                  </a:cubicBezTo>
                  <a:lnTo>
                    <a:pt x="5823" y="80571"/>
                  </a:lnTo>
                  <a:lnTo>
                    <a:pt x="5823" y="80571"/>
                  </a:lnTo>
                  <a:cubicBezTo>
                    <a:pt x="6599" y="40203"/>
                    <a:pt x="38872" y="7486"/>
                    <a:pt x="79296" y="6156"/>
                  </a:cubicBezTo>
                  <a:close/>
                  <a:moveTo>
                    <a:pt x="79739" y="2496"/>
                  </a:moveTo>
                  <a:lnTo>
                    <a:pt x="79351" y="5490"/>
                  </a:lnTo>
                  <a:cubicBezTo>
                    <a:pt x="78353" y="5490"/>
                    <a:pt x="77299" y="5546"/>
                    <a:pt x="76301" y="5656"/>
                  </a:cubicBezTo>
                  <a:lnTo>
                    <a:pt x="75913" y="5656"/>
                  </a:lnTo>
                  <a:cubicBezTo>
                    <a:pt x="74527" y="5767"/>
                    <a:pt x="73140" y="5878"/>
                    <a:pt x="71754" y="6045"/>
                  </a:cubicBezTo>
                  <a:lnTo>
                    <a:pt x="71311" y="6100"/>
                  </a:lnTo>
                  <a:cubicBezTo>
                    <a:pt x="69924" y="6322"/>
                    <a:pt x="68593" y="6544"/>
                    <a:pt x="67207" y="6821"/>
                  </a:cubicBezTo>
                  <a:lnTo>
                    <a:pt x="66819" y="6876"/>
                  </a:lnTo>
                  <a:cubicBezTo>
                    <a:pt x="65433" y="7154"/>
                    <a:pt x="64102" y="7486"/>
                    <a:pt x="62771" y="7819"/>
                  </a:cubicBezTo>
                  <a:lnTo>
                    <a:pt x="62383" y="7930"/>
                  </a:lnTo>
                  <a:cubicBezTo>
                    <a:pt x="61052" y="8263"/>
                    <a:pt x="59721" y="8651"/>
                    <a:pt x="58390" y="9094"/>
                  </a:cubicBezTo>
                  <a:lnTo>
                    <a:pt x="57670" y="9316"/>
                  </a:lnTo>
                  <a:cubicBezTo>
                    <a:pt x="56339" y="9760"/>
                    <a:pt x="55008" y="10203"/>
                    <a:pt x="53733" y="10703"/>
                  </a:cubicBezTo>
                  <a:lnTo>
                    <a:pt x="53344" y="10869"/>
                  </a:lnTo>
                  <a:cubicBezTo>
                    <a:pt x="52069" y="11368"/>
                    <a:pt x="50794" y="11922"/>
                    <a:pt x="49518" y="12477"/>
                  </a:cubicBezTo>
                  <a:lnTo>
                    <a:pt x="49186" y="12699"/>
                  </a:lnTo>
                  <a:cubicBezTo>
                    <a:pt x="47910" y="13253"/>
                    <a:pt x="46690" y="13863"/>
                    <a:pt x="45470" y="14473"/>
                  </a:cubicBezTo>
                  <a:lnTo>
                    <a:pt x="45082" y="14695"/>
                  </a:lnTo>
                  <a:cubicBezTo>
                    <a:pt x="43918" y="15360"/>
                    <a:pt x="42698" y="16081"/>
                    <a:pt x="41533" y="16802"/>
                  </a:cubicBezTo>
                  <a:lnTo>
                    <a:pt x="41145" y="17024"/>
                  </a:lnTo>
                  <a:cubicBezTo>
                    <a:pt x="39981" y="17745"/>
                    <a:pt x="38816" y="18466"/>
                    <a:pt x="37707" y="19297"/>
                  </a:cubicBezTo>
                  <a:lnTo>
                    <a:pt x="37375" y="19519"/>
                  </a:lnTo>
                  <a:cubicBezTo>
                    <a:pt x="36210" y="20351"/>
                    <a:pt x="35156" y="21183"/>
                    <a:pt x="34047" y="22015"/>
                  </a:cubicBezTo>
                  <a:lnTo>
                    <a:pt x="33715" y="22292"/>
                  </a:lnTo>
                  <a:cubicBezTo>
                    <a:pt x="32661" y="23179"/>
                    <a:pt x="31608" y="24066"/>
                    <a:pt x="30554" y="24954"/>
                  </a:cubicBezTo>
                  <a:lnTo>
                    <a:pt x="30277" y="25231"/>
                  </a:lnTo>
                  <a:cubicBezTo>
                    <a:pt x="29223" y="26173"/>
                    <a:pt x="28225" y="27116"/>
                    <a:pt x="27282" y="28114"/>
                  </a:cubicBezTo>
                  <a:lnTo>
                    <a:pt x="26950" y="28447"/>
                  </a:lnTo>
                  <a:cubicBezTo>
                    <a:pt x="26007" y="29390"/>
                    <a:pt x="25064" y="30443"/>
                    <a:pt x="24122" y="31497"/>
                  </a:cubicBezTo>
                  <a:lnTo>
                    <a:pt x="23844" y="31774"/>
                  </a:lnTo>
                  <a:cubicBezTo>
                    <a:pt x="22957" y="32828"/>
                    <a:pt x="22070" y="33881"/>
                    <a:pt x="21238" y="34990"/>
                  </a:cubicBezTo>
                  <a:lnTo>
                    <a:pt x="20961" y="35323"/>
                  </a:lnTo>
                  <a:cubicBezTo>
                    <a:pt x="20129" y="36432"/>
                    <a:pt x="19297" y="37541"/>
                    <a:pt x="18521" y="38650"/>
                  </a:cubicBezTo>
                  <a:lnTo>
                    <a:pt x="18299" y="39038"/>
                  </a:lnTo>
                  <a:cubicBezTo>
                    <a:pt x="17523" y="40147"/>
                    <a:pt x="16747" y="41312"/>
                    <a:pt x="16026" y="42476"/>
                  </a:cubicBezTo>
                  <a:lnTo>
                    <a:pt x="15860" y="42809"/>
                  </a:lnTo>
                  <a:cubicBezTo>
                    <a:pt x="15139" y="44029"/>
                    <a:pt x="14473" y="45249"/>
                    <a:pt x="13808" y="46469"/>
                  </a:cubicBezTo>
                  <a:lnTo>
                    <a:pt x="13641" y="46801"/>
                  </a:lnTo>
                  <a:cubicBezTo>
                    <a:pt x="12976" y="48077"/>
                    <a:pt x="12366" y="49297"/>
                    <a:pt x="11812" y="50572"/>
                  </a:cubicBezTo>
                  <a:cubicBezTo>
                    <a:pt x="11756" y="50683"/>
                    <a:pt x="11701" y="50794"/>
                    <a:pt x="11645" y="50960"/>
                  </a:cubicBezTo>
                  <a:cubicBezTo>
                    <a:pt x="11091" y="52180"/>
                    <a:pt x="10536" y="53455"/>
                    <a:pt x="10037" y="54786"/>
                  </a:cubicBezTo>
                  <a:lnTo>
                    <a:pt x="9926" y="55174"/>
                  </a:lnTo>
                  <a:cubicBezTo>
                    <a:pt x="9427" y="56450"/>
                    <a:pt x="8984" y="57781"/>
                    <a:pt x="8540" y="59111"/>
                  </a:cubicBezTo>
                  <a:lnTo>
                    <a:pt x="8374" y="59500"/>
                  </a:lnTo>
                  <a:cubicBezTo>
                    <a:pt x="7985" y="60830"/>
                    <a:pt x="7653" y="62161"/>
                    <a:pt x="7265" y="63492"/>
                  </a:cubicBezTo>
                  <a:cubicBezTo>
                    <a:pt x="7265" y="63603"/>
                    <a:pt x="7209" y="63769"/>
                    <a:pt x="7209" y="63880"/>
                  </a:cubicBezTo>
                  <a:cubicBezTo>
                    <a:pt x="6876" y="65211"/>
                    <a:pt x="6599" y="66597"/>
                    <a:pt x="6322" y="67928"/>
                  </a:cubicBezTo>
                  <a:lnTo>
                    <a:pt x="6266" y="68372"/>
                  </a:lnTo>
                  <a:cubicBezTo>
                    <a:pt x="5989" y="69703"/>
                    <a:pt x="5823" y="71089"/>
                    <a:pt x="5601" y="72475"/>
                  </a:cubicBezTo>
                  <a:cubicBezTo>
                    <a:pt x="5601" y="72586"/>
                    <a:pt x="5601" y="72752"/>
                    <a:pt x="5601" y="72863"/>
                  </a:cubicBezTo>
                  <a:cubicBezTo>
                    <a:pt x="5435" y="74250"/>
                    <a:pt x="5268" y="75636"/>
                    <a:pt x="5213" y="77022"/>
                  </a:cubicBezTo>
                  <a:lnTo>
                    <a:pt x="5213" y="77466"/>
                  </a:lnTo>
                  <a:cubicBezTo>
                    <a:pt x="5157" y="78519"/>
                    <a:pt x="5102" y="79573"/>
                    <a:pt x="5047" y="80626"/>
                  </a:cubicBezTo>
                  <a:lnTo>
                    <a:pt x="2052" y="81126"/>
                  </a:lnTo>
                  <a:cubicBezTo>
                    <a:pt x="2108" y="79850"/>
                    <a:pt x="2163" y="78575"/>
                    <a:pt x="2219" y="77244"/>
                  </a:cubicBezTo>
                  <a:lnTo>
                    <a:pt x="2219" y="76856"/>
                  </a:lnTo>
                  <a:cubicBezTo>
                    <a:pt x="2329" y="75414"/>
                    <a:pt x="2440" y="73972"/>
                    <a:pt x="2607" y="72531"/>
                  </a:cubicBezTo>
                  <a:cubicBezTo>
                    <a:pt x="2607" y="72420"/>
                    <a:pt x="2607" y="72253"/>
                    <a:pt x="2662" y="72142"/>
                  </a:cubicBezTo>
                  <a:cubicBezTo>
                    <a:pt x="2829" y="70701"/>
                    <a:pt x="3050" y="69259"/>
                    <a:pt x="3328" y="67873"/>
                  </a:cubicBezTo>
                  <a:lnTo>
                    <a:pt x="3383" y="67429"/>
                  </a:lnTo>
                  <a:cubicBezTo>
                    <a:pt x="3660" y="66043"/>
                    <a:pt x="3938" y="64601"/>
                    <a:pt x="4326" y="63215"/>
                  </a:cubicBezTo>
                  <a:cubicBezTo>
                    <a:pt x="4326" y="63048"/>
                    <a:pt x="4381" y="62938"/>
                    <a:pt x="4381" y="62827"/>
                  </a:cubicBezTo>
                  <a:cubicBezTo>
                    <a:pt x="4769" y="61440"/>
                    <a:pt x="5157" y="60054"/>
                    <a:pt x="5546" y="58668"/>
                  </a:cubicBezTo>
                  <a:cubicBezTo>
                    <a:pt x="5601" y="58501"/>
                    <a:pt x="5657" y="58391"/>
                    <a:pt x="5657" y="58280"/>
                  </a:cubicBezTo>
                  <a:cubicBezTo>
                    <a:pt x="6100" y="56893"/>
                    <a:pt x="6599" y="55507"/>
                    <a:pt x="7043" y="54176"/>
                  </a:cubicBezTo>
                  <a:lnTo>
                    <a:pt x="7209" y="53788"/>
                  </a:lnTo>
                  <a:cubicBezTo>
                    <a:pt x="7708" y="52402"/>
                    <a:pt x="8263" y="51071"/>
                    <a:pt x="8873" y="49796"/>
                  </a:cubicBezTo>
                  <a:lnTo>
                    <a:pt x="9039" y="49407"/>
                  </a:lnTo>
                  <a:cubicBezTo>
                    <a:pt x="9594" y="48077"/>
                    <a:pt x="10259" y="46746"/>
                    <a:pt x="10924" y="45470"/>
                  </a:cubicBezTo>
                  <a:cubicBezTo>
                    <a:pt x="10980" y="45360"/>
                    <a:pt x="11035" y="45249"/>
                    <a:pt x="11091" y="45138"/>
                  </a:cubicBezTo>
                  <a:cubicBezTo>
                    <a:pt x="11812" y="43862"/>
                    <a:pt x="12477" y="42587"/>
                    <a:pt x="13198" y="41367"/>
                  </a:cubicBezTo>
                  <a:lnTo>
                    <a:pt x="13420" y="40979"/>
                  </a:lnTo>
                  <a:cubicBezTo>
                    <a:pt x="14141" y="39759"/>
                    <a:pt x="14917" y="38539"/>
                    <a:pt x="15749" y="37375"/>
                  </a:cubicBezTo>
                  <a:lnTo>
                    <a:pt x="15970" y="36986"/>
                  </a:lnTo>
                  <a:cubicBezTo>
                    <a:pt x="16802" y="35822"/>
                    <a:pt x="17634" y="34657"/>
                    <a:pt x="18521" y="33493"/>
                  </a:cubicBezTo>
                  <a:lnTo>
                    <a:pt x="18798" y="33160"/>
                  </a:lnTo>
                  <a:cubicBezTo>
                    <a:pt x="19741" y="32051"/>
                    <a:pt x="20684" y="30887"/>
                    <a:pt x="21626" y="29833"/>
                  </a:cubicBezTo>
                  <a:lnTo>
                    <a:pt x="21904" y="29500"/>
                  </a:lnTo>
                  <a:cubicBezTo>
                    <a:pt x="22846" y="28447"/>
                    <a:pt x="23844" y="27393"/>
                    <a:pt x="24843" y="26340"/>
                  </a:cubicBezTo>
                  <a:lnTo>
                    <a:pt x="25120" y="26063"/>
                  </a:lnTo>
                  <a:cubicBezTo>
                    <a:pt x="26173" y="25009"/>
                    <a:pt x="27227" y="24011"/>
                    <a:pt x="28281" y="23068"/>
                  </a:cubicBezTo>
                  <a:cubicBezTo>
                    <a:pt x="28336" y="22957"/>
                    <a:pt x="28447" y="22846"/>
                    <a:pt x="28558" y="22791"/>
                  </a:cubicBezTo>
                  <a:cubicBezTo>
                    <a:pt x="29667" y="21793"/>
                    <a:pt x="30720" y="20906"/>
                    <a:pt x="31885" y="20018"/>
                  </a:cubicBezTo>
                  <a:lnTo>
                    <a:pt x="32218" y="19741"/>
                  </a:lnTo>
                  <a:cubicBezTo>
                    <a:pt x="33327" y="18854"/>
                    <a:pt x="34491" y="17967"/>
                    <a:pt x="35656" y="17135"/>
                  </a:cubicBezTo>
                  <a:lnTo>
                    <a:pt x="35988" y="16913"/>
                  </a:lnTo>
                  <a:cubicBezTo>
                    <a:pt x="37208" y="16081"/>
                    <a:pt x="38373" y="15250"/>
                    <a:pt x="39593" y="14473"/>
                  </a:cubicBezTo>
                  <a:lnTo>
                    <a:pt x="39981" y="14251"/>
                  </a:lnTo>
                  <a:cubicBezTo>
                    <a:pt x="41201" y="13531"/>
                    <a:pt x="42421" y="12810"/>
                    <a:pt x="43696" y="12089"/>
                  </a:cubicBezTo>
                  <a:lnTo>
                    <a:pt x="44084" y="11922"/>
                  </a:lnTo>
                  <a:cubicBezTo>
                    <a:pt x="45359" y="11202"/>
                    <a:pt x="46635" y="10592"/>
                    <a:pt x="47910" y="9982"/>
                  </a:cubicBezTo>
                  <a:lnTo>
                    <a:pt x="48298" y="9760"/>
                  </a:lnTo>
                  <a:cubicBezTo>
                    <a:pt x="49629" y="9150"/>
                    <a:pt x="50960" y="8595"/>
                    <a:pt x="52291" y="8041"/>
                  </a:cubicBezTo>
                  <a:lnTo>
                    <a:pt x="52679" y="7930"/>
                  </a:lnTo>
                  <a:cubicBezTo>
                    <a:pt x="54010" y="7375"/>
                    <a:pt x="55341" y="6876"/>
                    <a:pt x="56727" y="6433"/>
                  </a:cubicBezTo>
                  <a:lnTo>
                    <a:pt x="57503" y="6211"/>
                  </a:lnTo>
                  <a:cubicBezTo>
                    <a:pt x="58890" y="5767"/>
                    <a:pt x="60276" y="5324"/>
                    <a:pt x="61662" y="4991"/>
                  </a:cubicBezTo>
                  <a:lnTo>
                    <a:pt x="62050" y="4880"/>
                  </a:lnTo>
                  <a:cubicBezTo>
                    <a:pt x="63437" y="4547"/>
                    <a:pt x="64878" y="4215"/>
                    <a:pt x="66265" y="3938"/>
                  </a:cubicBezTo>
                  <a:lnTo>
                    <a:pt x="66708" y="3827"/>
                  </a:lnTo>
                  <a:cubicBezTo>
                    <a:pt x="68094" y="3605"/>
                    <a:pt x="69536" y="3328"/>
                    <a:pt x="70978" y="3161"/>
                  </a:cubicBezTo>
                  <a:lnTo>
                    <a:pt x="71366" y="3106"/>
                  </a:lnTo>
                  <a:cubicBezTo>
                    <a:pt x="72808" y="2939"/>
                    <a:pt x="74249" y="2773"/>
                    <a:pt x="75691" y="2662"/>
                  </a:cubicBezTo>
                  <a:lnTo>
                    <a:pt x="76079" y="2662"/>
                  </a:lnTo>
                  <a:cubicBezTo>
                    <a:pt x="77299" y="2551"/>
                    <a:pt x="78519" y="2496"/>
                    <a:pt x="79739" y="2496"/>
                  </a:cubicBezTo>
                  <a:close/>
                  <a:moveTo>
                    <a:pt x="70922" y="70479"/>
                  </a:moveTo>
                  <a:lnTo>
                    <a:pt x="81683" y="82012"/>
                  </a:lnTo>
                  <a:lnTo>
                    <a:pt x="81683" y="82012"/>
                  </a:lnTo>
                  <a:lnTo>
                    <a:pt x="1165" y="81514"/>
                  </a:lnTo>
                  <a:lnTo>
                    <a:pt x="62050" y="71865"/>
                  </a:lnTo>
                  <a:lnTo>
                    <a:pt x="70922" y="70479"/>
                  </a:lnTo>
                  <a:close/>
                  <a:moveTo>
                    <a:pt x="80072" y="1220"/>
                  </a:moveTo>
                  <a:lnTo>
                    <a:pt x="90996" y="63492"/>
                  </a:lnTo>
                  <a:lnTo>
                    <a:pt x="92049" y="69592"/>
                  </a:lnTo>
                  <a:lnTo>
                    <a:pt x="81735" y="82013"/>
                  </a:lnTo>
                  <a:lnTo>
                    <a:pt x="81735" y="82040"/>
                  </a:lnTo>
                  <a:lnTo>
                    <a:pt x="81734" y="82014"/>
                  </a:lnTo>
                  <a:lnTo>
                    <a:pt x="81735" y="82013"/>
                  </a:lnTo>
                  <a:lnTo>
                    <a:pt x="81734" y="82013"/>
                  </a:lnTo>
                  <a:lnTo>
                    <a:pt x="81734" y="82013"/>
                  </a:lnTo>
                  <a:lnTo>
                    <a:pt x="80072" y="1220"/>
                  </a:lnTo>
                  <a:close/>
                  <a:moveTo>
                    <a:pt x="161807" y="78797"/>
                  </a:moveTo>
                  <a:lnTo>
                    <a:pt x="98593" y="92216"/>
                  </a:lnTo>
                  <a:lnTo>
                    <a:pt x="92105" y="93602"/>
                  </a:lnTo>
                  <a:lnTo>
                    <a:pt x="81957" y="81791"/>
                  </a:lnTo>
                  <a:lnTo>
                    <a:pt x="161807" y="78797"/>
                  </a:lnTo>
                  <a:close/>
                  <a:moveTo>
                    <a:pt x="51515" y="89831"/>
                  </a:moveTo>
                  <a:lnTo>
                    <a:pt x="63048" y="91717"/>
                  </a:lnTo>
                  <a:lnTo>
                    <a:pt x="56561" y="100423"/>
                  </a:lnTo>
                  <a:cubicBezTo>
                    <a:pt x="54232" y="97262"/>
                    <a:pt x="52513" y="93658"/>
                    <a:pt x="51515" y="89831"/>
                  </a:cubicBezTo>
                  <a:close/>
                  <a:moveTo>
                    <a:pt x="112012" y="89610"/>
                  </a:moveTo>
                  <a:lnTo>
                    <a:pt x="112012" y="89610"/>
                  </a:lnTo>
                  <a:cubicBezTo>
                    <a:pt x="110847" y="94267"/>
                    <a:pt x="108629" y="98593"/>
                    <a:pt x="105524" y="102252"/>
                  </a:cubicBezTo>
                  <a:lnTo>
                    <a:pt x="98870" y="92382"/>
                  </a:lnTo>
                  <a:lnTo>
                    <a:pt x="112012" y="89610"/>
                  </a:lnTo>
                  <a:close/>
                  <a:moveTo>
                    <a:pt x="63492" y="91772"/>
                  </a:moveTo>
                  <a:lnTo>
                    <a:pt x="70534" y="92881"/>
                  </a:lnTo>
                  <a:lnTo>
                    <a:pt x="49075" y="111069"/>
                  </a:lnTo>
                  <a:lnTo>
                    <a:pt x="63492" y="91772"/>
                  </a:lnTo>
                  <a:close/>
                  <a:moveTo>
                    <a:pt x="71810" y="100811"/>
                  </a:moveTo>
                  <a:lnTo>
                    <a:pt x="73307" y="112067"/>
                  </a:lnTo>
                  <a:cubicBezTo>
                    <a:pt x="68982" y="110847"/>
                    <a:pt x="64989" y="108685"/>
                    <a:pt x="61551" y="105801"/>
                  </a:cubicBezTo>
                  <a:lnTo>
                    <a:pt x="71810" y="100811"/>
                  </a:lnTo>
                  <a:close/>
                  <a:moveTo>
                    <a:pt x="91051" y="100755"/>
                  </a:moveTo>
                  <a:lnTo>
                    <a:pt x="100866" y="106633"/>
                  </a:lnTo>
                  <a:cubicBezTo>
                    <a:pt x="97317" y="109350"/>
                    <a:pt x="93325" y="111291"/>
                    <a:pt x="88999" y="112345"/>
                  </a:cubicBezTo>
                  <a:lnTo>
                    <a:pt x="91051" y="100755"/>
                  </a:lnTo>
                  <a:close/>
                  <a:moveTo>
                    <a:pt x="36210" y="87336"/>
                  </a:moveTo>
                  <a:lnTo>
                    <a:pt x="49518" y="89499"/>
                  </a:lnTo>
                  <a:cubicBezTo>
                    <a:pt x="50572" y="93990"/>
                    <a:pt x="52568" y="98260"/>
                    <a:pt x="55396" y="101975"/>
                  </a:cubicBezTo>
                  <a:lnTo>
                    <a:pt x="47578" y="112455"/>
                  </a:lnTo>
                  <a:cubicBezTo>
                    <a:pt x="41312" y="105469"/>
                    <a:pt x="37319" y="96707"/>
                    <a:pt x="36210" y="87336"/>
                  </a:cubicBezTo>
                  <a:close/>
                  <a:moveTo>
                    <a:pt x="92216" y="93990"/>
                  </a:moveTo>
                  <a:lnTo>
                    <a:pt x="111956" y="112844"/>
                  </a:lnTo>
                  <a:lnTo>
                    <a:pt x="111956" y="112844"/>
                  </a:lnTo>
                  <a:lnTo>
                    <a:pt x="91107" y="100367"/>
                  </a:lnTo>
                  <a:lnTo>
                    <a:pt x="92216" y="93990"/>
                  </a:lnTo>
                  <a:close/>
                  <a:moveTo>
                    <a:pt x="59777" y="106689"/>
                  </a:moveTo>
                  <a:cubicBezTo>
                    <a:pt x="63714" y="110182"/>
                    <a:pt x="68427" y="112733"/>
                    <a:pt x="73529" y="114064"/>
                  </a:cubicBezTo>
                  <a:lnTo>
                    <a:pt x="73584" y="114064"/>
                  </a:lnTo>
                  <a:lnTo>
                    <a:pt x="75303" y="127261"/>
                  </a:lnTo>
                  <a:cubicBezTo>
                    <a:pt x="64656" y="125708"/>
                    <a:pt x="54897" y="120551"/>
                    <a:pt x="47688" y="112566"/>
                  </a:cubicBezTo>
                  <a:lnTo>
                    <a:pt x="59777" y="106689"/>
                  </a:lnTo>
                  <a:close/>
                  <a:moveTo>
                    <a:pt x="127372" y="86338"/>
                  </a:moveTo>
                  <a:lnTo>
                    <a:pt x="127372" y="86338"/>
                  </a:lnTo>
                  <a:cubicBezTo>
                    <a:pt x="125209" y="108075"/>
                    <a:pt x="108075" y="125265"/>
                    <a:pt x="86338" y="127483"/>
                  </a:cubicBezTo>
                  <a:lnTo>
                    <a:pt x="88667" y="114341"/>
                  </a:lnTo>
                  <a:cubicBezTo>
                    <a:pt x="93768" y="113232"/>
                    <a:pt x="98482" y="110958"/>
                    <a:pt x="102530" y="107631"/>
                  </a:cubicBezTo>
                  <a:lnTo>
                    <a:pt x="102530" y="107687"/>
                  </a:lnTo>
                  <a:lnTo>
                    <a:pt x="113620" y="114285"/>
                  </a:lnTo>
                  <a:lnTo>
                    <a:pt x="113121" y="113564"/>
                  </a:lnTo>
                  <a:lnTo>
                    <a:pt x="106577" y="103805"/>
                  </a:lnTo>
                  <a:cubicBezTo>
                    <a:pt x="110237" y="99646"/>
                    <a:pt x="112788" y="94600"/>
                    <a:pt x="114008" y="89166"/>
                  </a:cubicBezTo>
                  <a:lnTo>
                    <a:pt x="127372" y="86338"/>
                  </a:lnTo>
                  <a:close/>
                  <a:moveTo>
                    <a:pt x="5767" y="82401"/>
                  </a:moveTo>
                  <a:lnTo>
                    <a:pt x="35489" y="87225"/>
                  </a:lnTo>
                  <a:cubicBezTo>
                    <a:pt x="37984" y="108297"/>
                    <a:pt x="54398" y="125043"/>
                    <a:pt x="75414" y="127926"/>
                  </a:cubicBezTo>
                  <a:lnTo>
                    <a:pt x="75414" y="127982"/>
                  </a:lnTo>
                  <a:lnTo>
                    <a:pt x="79351" y="157925"/>
                  </a:lnTo>
                  <a:cubicBezTo>
                    <a:pt x="38539" y="156595"/>
                    <a:pt x="6045" y="123268"/>
                    <a:pt x="5767" y="82401"/>
                  </a:cubicBezTo>
                  <a:close/>
                  <a:moveTo>
                    <a:pt x="157648" y="79961"/>
                  </a:moveTo>
                  <a:cubicBezTo>
                    <a:pt x="157648" y="80626"/>
                    <a:pt x="157648" y="81347"/>
                    <a:pt x="157648" y="82068"/>
                  </a:cubicBezTo>
                  <a:cubicBezTo>
                    <a:pt x="157592" y="123934"/>
                    <a:pt x="123601" y="157870"/>
                    <a:pt x="81735" y="157925"/>
                  </a:cubicBezTo>
                  <a:lnTo>
                    <a:pt x="80959" y="157925"/>
                  </a:lnTo>
                  <a:lnTo>
                    <a:pt x="86171" y="128148"/>
                  </a:lnTo>
                  <a:cubicBezTo>
                    <a:pt x="108407" y="125986"/>
                    <a:pt x="125985" y="108352"/>
                    <a:pt x="128092" y="86172"/>
                  </a:cubicBezTo>
                  <a:lnTo>
                    <a:pt x="157648" y="79961"/>
                  </a:lnTo>
                  <a:close/>
                  <a:moveTo>
                    <a:pt x="2219" y="81791"/>
                  </a:moveTo>
                  <a:lnTo>
                    <a:pt x="5213" y="82290"/>
                  </a:lnTo>
                  <a:lnTo>
                    <a:pt x="5213" y="82345"/>
                  </a:lnTo>
                  <a:cubicBezTo>
                    <a:pt x="5213" y="83732"/>
                    <a:pt x="5268" y="85118"/>
                    <a:pt x="5324" y="86504"/>
                  </a:cubicBezTo>
                  <a:lnTo>
                    <a:pt x="5324" y="86948"/>
                  </a:lnTo>
                  <a:cubicBezTo>
                    <a:pt x="5435" y="88334"/>
                    <a:pt x="5546" y="89720"/>
                    <a:pt x="5712" y="91107"/>
                  </a:cubicBezTo>
                  <a:cubicBezTo>
                    <a:pt x="5712" y="91218"/>
                    <a:pt x="5712" y="91384"/>
                    <a:pt x="5767" y="91495"/>
                  </a:cubicBezTo>
                  <a:cubicBezTo>
                    <a:pt x="5934" y="92881"/>
                    <a:pt x="6156" y="94267"/>
                    <a:pt x="6377" y="95598"/>
                  </a:cubicBezTo>
                  <a:lnTo>
                    <a:pt x="6433" y="96042"/>
                  </a:lnTo>
                  <a:cubicBezTo>
                    <a:pt x="6710" y="97428"/>
                    <a:pt x="6987" y="98759"/>
                    <a:pt x="7320" y="100090"/>
                  </a:cubicBezTo>
                  <a:cubicBezTo>
                    <a:pt x="7320" y="100201"/>
                    <a:pt x="7375" y="100367"/>
                    <a:pt x="7431" y="100478"/>
                  </a:cubicBezTo>
                  <a:cubicBezTo>
                    <a:pt x="7764" y="101809"/>
                    <a:pt x="8096" y="103140"/>
                    <a:pt x="8540" y="104470"/>
                  </a:cubicBezTo>
                  <a:lnTo>
                    <a:pt x="8651" y="104859"/>
                  </a:lnTo>
                  <a:cubicBezTo>
                    <a:pt x="9094" y="106189"/>
                    <a:pt x="9538" y="107520"/>
                    <a:pt x="10037" y="108796"/>
                  </a:cubicBezTo>
                  <a:lnTo>
                    <a:pt x="10203" y="109184"/>
                  </a:lnTo>
                  <a:cubicBezTo>
                    <a:pt x="10703" y="110515"/>
                    <a:pt x="11202" y="111790"/>
                    <a:pt x="11756" y="113010"/>
                  </a:cubicBezTo>
                  <a:cubicBezTo>
                    <a:pt x="11812" y="113176"/>
                    <a:pt x="11867" y="113287"/>
                    <a:pt x="11922" y="113398"/>
                  </a:cubicBezTo>
                  <a:cubicBezTo>
                    <a:pt x="12532" y="114674"/>
                    <a:pt x="13087" y="115893"/>
                    <a:pt x="13752" y="117169"/>
                  </a:cubicBezTo>
                  <a:lnTo>
                    <a:pt x="13919" y="117502"/>
                  </a:lnTo>
                  <a:cubicBezTo>
                    <a:pt x="14584" y="118721"/>
                    <a:pt x="15250" y="119941"/>
                    <a:pt x="15970" y="121161"/>
                  </a:cubicBezTo>
                  <a:lnTo>
                    <a:pt x="16192" y="121494"/>
                  </a:lnTo>
                  <a:cubicBezTo>
                    <a:pt x="16913" y="122658"/>
                    <a:pt x="17634" y="123823"/>
                    <a:pt x="18410" y="124932"/>
                  </a:cubicBezTo>
                  <a:lnTo>
                    <a:pt x="18632" y="125320"/>
                  </a:lnTo>
                  <a:cubicBezTo>
                    <a:pt x="19464" y="126429"/>
                    <a:pt x="20240" y="127538"/>
                    <a:pt x="21127" y="128647"/>
                  </a:cubicBezTo>
                  <a:lnTo>
                    <a:pt x="21349" y="128980"/>
                  </a:lnTo>
                  <a:cubicBezTo>
                    <a:pt x="22181" y="130089"/>
                    <a:pt x="23068" y="131143"/>
                    <a:pt x="24011" y="132196"/>
                  </a:cubicBezTo>
                  <a:lnTo>
                    <a:pt x="24288" y="132473"/>
                  </a:lnTo>
                  <a:cubicBezTo>
                    <a:pt x="25175" y="133527"/>
                    <a:pt x="26118" y="134580"/>
                    <a:pt x="27116" y="135523"/>
                  </a:cubicBezTo>
                  <a:lnTo>
                    <a:pt x="27393" y="135856"/>
                  </a:lnTo>
                  <a:cubicBezTo>
                    <a:pt x="28336" y="136799"/>
                    <a:pt x="29334" y="137797"/>
                    <a:pt x="30388" y="138739"/>
                  </a:cubicBezTo>
                  <a:lnTo>
                    <a:pt x="30720" y="139017"/>
                  </a:lnTo>
                  <a:cubicBezTo>
                    <a:pt x="31719" y="139904"/>
                    <a:pt x="32772" y="140791"/>
                    <a:pt x="33881" y="141678"/>
                  </a:cubicBezTo>
                  <a:lnTo>
                    <a:pt x="34158" y="141955"/>
                  </a:lnTo>
                  <a:cubicBezTo>
                    <a:pt x="35267" y="142787"/>
                    <a:pt x="36376" y="143619"/>
                    <a:pt x="37485" y="144451"/>
                  </a:cubicBezTo>
                  <a:lnTo>
                    <a:pt x="37818" y="144673"/>
                  </a:lnTo>
                  <a:cubicBezTo>
                    <a:pt x="38983" y="145449"/>
                    <a:pt x="40147" y="146225"/>
                    <a:pt x="41312" y="146946"/>
                  </a:cubicBezTo>
                  <a:lnTo>
                    <a:pt x="41644" y="147168"/>
                  </a:lnTo>
                  <a:cubicBezTo>
                    <a:pt x="42809" y="147944"/>
                    <a:pt x="44029" y="148610"/>
                    <a:pt x="45249" y="149275"/>
                  </a:cubicBezTo>
                  <a:lnTo>
                    <a:pt x="45581" y="149497"/>
                  </a:lnTo>
                  <a:cubicBezTo>
                    <a:pt x="46801" y="150107"/>
                    <a:pt x="48077" y="150772"/>
                    <a:pt x="49296" y="151327"/>
                  </a:cubicBezTo>
                  <a:lnTo>
                    <a:pt x="49685" y="151493"/>
                  </a:lnTo>
                  <a:cubicBezTo>
                    <a:pt x="50960" y="152103"/>
                    <a:pt x="52235" y="152658"/>
                    <a:pt x="53511" y="153157"/>
                  </a:cubicBezTo>
                  <a:lnTo>
                    <a:pt x="53899" y="153323"/>
                  </a:lnTo>
                  <a:cubicBezTo>
                    <a:pt x="55174" y="153822"/>
                    <a:pt x="56450" y="154266"/>
                    <a:pt x="57781" y="154709"/>
                  </a:cubicBezTo>
                  <a:lnTo>
                    <a:pt x="58557" y="154931"/>
                  </a:lnTo>
                  <a:cubicBezTo>
                    <a:pt x="59832" y="155375"/>
                    <a:pt x="61163" y="155763"/>
                    <a:pt x="62494" y="156096"/>
                  </a:cubicBezTo>
                  <a:lnTo>
                    <a:pt x="62937" y="156206"/>
                  </a:lnTo>
                  <a:cubicBezTo>
                    <a:pt x="64268" y="156539"/>
                    <a:pt x="65599" y="156872"/>
                    <a:pt x="66985" y="157094"/>
                  </a:cubicBezTo>
                  <a:lnTo>
                    <a:pt x="67374" y="157205"/>
                  </a:lnTo>
                  <a:cubicBezTo>
                    <a:pt x="68704" y="157426"/>
                    <a:pt x="70091" y="157704"/>
                    <a:pt x="71477" y="157870"/>
                  </a:cubicBezTo>
                  <a:lnTo>
                    <a:pt x="71865" y="157925"/>
                  </a:lnTo>
                  <a:cubicBezTo>
                    <a:pt x="73251" y="158147"/>
                    <a:pt x="74638" y="158258"/>
                    <a:pt x="76024" y="158369"/>
                  </a:cubicBezTo>
                  <a:lnTo>
                    <a:pt x="76468" y="158369"/>
                  </a:lnTo>
                  <a:cubicBezTo>
                    <a:pt x="77521" y="158424"/>
                    <a:pt x="78519" y="158480"/>
                    <a:pt x="79573" y="158535"/>
                  </a:cubicBezTo>
                  <a:lnTo>
                    <a:pt x="79961" y="161530"/>
                  </a:lnTo>
                  <a:cubicBezTo>
                    <a:pt x="79589" y="161545"/>
                    <a:pt x="79226" y="161552"/>
                    <a:pt x="78869" y="161552"/>
                  </a:cubicBezTo>
                  <a:cubicBezTo>
                    <a:pt x="77895" y="161552"/>
                    <a:pt x="76972" y="161500"/>
                    <a:pt x="76079" y="161419"/>
                  </a:cubicBezTo>
                  <a:lnTo>
                    <a:pt x="76079" y="161474"/>
                  </a:lnTo>
                  <a:lnTo>
                    <a:pt x="75691" y="161474"/>
                  </a:lnTo>
                  <a:cubicBezTo>
                    <a:pt x="74249" y="161363"/>
                    <a:pt x="72808" y="161197"/>
                    <a:pt x="71366" y="161031"/>
                  </a:cubicBezTo>
                  <a:lnTo>
                    <a:pt x="70978" y="160975"/>
                  </a:lnTo>
                  <a:cubicBezTo>
                    <a:pt x="69536" y="160753"/>
                    <a:pt x="68094" y="160532"/>
                    <a:pt x="66708" y="160254"/>
                  </a:cubicBezTo>
                  <a:lnTo>
                    <a:pt x="66265" y="160199"/>
                  </a:lnTo>
                  <a:cubicBezTo>
                    <a:pt x="64878" y="159922"/>
                    <a:pt x="63437" y="159589"/>
                    <a:pt x="62050" y="159201"/>
                  </a:cubicBezTo>
                  <a:lnTo>
                    <a:pt x="61662" y="159145"/>
                  </a:lnTo>
                  <a:cubicBezTo>
                    <a:pt x="60276" y="158757"/>
                    <a:pt x="58890" y="158369"/>
                    <a:pt x="57503" y="157925"/>
                  </a:cubicBezTo>
                  <a:lnTo>
                    <a:pt x="56727" y="157648"/>
                  </a:lnTo>
                  <a:cubicBezTo>
                    <a:pt x="55341" y="157205"/>
                    <a:pt x="54010" y="156706"/>
                    <a:pt x="52679" y="156206"/>
                  </a:cubicBezTo>
                  <a:lnTo>
                    <a:pt x="52291" y="156040"/>
                  </a:lnTo>
                  <a:cubicBezTo>
                    <a:pt x="50960" y="155486"/>
                    <a:pt x="49629" y="154931"/>
                    <a:pt x="48298" y="154321"/>
                  </a:cubicBezTo>
                  <a:lnTo>
                    <a:pt x="47910" y="154155"/>
                  </a:lnTo>
                  <a:cubicBezTo>
                    <a:pt x="46635" y="153545"/>
                    <a:pt x="45304" y="152879"/>
                    <a:pt x="44084" y="152214"/>
                  </a:cubicBezTo>
                  <a:lnTo>
                    <a:pt x="43696" y="151992"/>
                  </a:lnTo>
                  <a:cubicBezTo>
                    <a:pt x="42421" y="151327"/>
                    <a:pt x="41201" y="150606"/>
                    <a:pt x="39981" y="149830"/>
                  </a:cubicBezTo>
                  <a:lnTo>
                    <a:pt x="39593" y="149608"/>
                  </a:lnTo>
                  <a:cubicBezTo>
                    <a:pt x="38373" y="148831"/>
                    <a:pt x="37153" y="148055"/>
                    <a:pt x="35988" y="147223"/>
                  </a:cubicBezTo>
                  <a:lnTo>
                    <a:pt x="35656" y="147002"/>
                  </a:lnTo>
                  <a:cubicBezTo>
                    <a:pt x="34491" y="146114"/>
                    <a:pt x="33327" y="145283"/>
                    <a:pt x="32162" y="144340"/>
                  </a:cubicBezTo>
                  <a:lnTo>
                    <a:pt x="31885" y="144118"/>
                  </a:lnTo>
                  <a:cubicBezTo>
                    <a:pt x="30720" y="143175"/>
                    <a:pt x="29611" y="142288"/>
                    <a:pt x="28558" y="141290"/>
                  </a:cubicBezTo>
                  <a:lnTo>
                    <a:pt x="28281" y="141013"/>
                  </a:lnTo>
                  <a:cubicBezTo>
                    <a:pt x="27172" y="140070"/>
                    <a:pt x="26173" y="139072"/>
                    <a:pt x="25120" y="138018"/>
                  </a:cubicBezTo>
                  <a:lnTo>
                    <a:pt x="24843" y="137741"/>
                  </a:lnTo>
                  <a:cubicBezTo>
                    <a:pt x="23844" y="136688"/>
                    <a:pt x="22846" y="135634"/>
                    <a:pt x="21904" y="134580"/>
                  </a:cubicBezTo>
                  <a:lnTo>
                    <a:pt x="21626" y="134248"/>
                  </a:lnTo>
                  <a:cubicBezTo>
                    <a:pt x="20684" y="133139"/>
                    <a:pt x="19741" y="132030"/>
                    <a:pt x="18854" y="130921"/>
                  </a:cubicBezTo>
                  <a:lnTo>
                    <a:pt x="18577" y="130588"/>
                  </a:lnTo>
                  <a:cubicBezTo>
                    <a:pt x="17689" y="129424"/>
                    <a:pt x="16858" y="128259"/>
                    <a:pt x="16026" y="127095"/>
                  </a:cubicBezTo>
                  <a:lnTo>
                    <a:pt x="15804" y="126762"/>
                  </a:lnTo>
                  <a:cubicBezTo>
                    <a:pt x="15028" y="125597"/>
                    <a:pt x="14196" y="124377"/>
                    <a:pt x="13475" y="123102"/>
                  </a:cubicBezTo>
                  <a:lnTo>
                    <a:pt x="13309" y="122714"/>
                  </a:lnTo>
                  <a:cubicBezTo>
                    <a:pt x="12588" y="121439"/>
                    <a:pt x="11867" y="120219"/>
                    <a:pt x="11257" y="118888"/>
                  </a:cubicBezTo>
                  <a:cubicBezTo>
                    <a:pt x="11146" y="118777"/>
                    <a:pt x="11091" y="118666"/>
                    <a:pt x="11035" y="118555"/>
                  </a:cubicBezTo>
                  <a:cubicBezTo>
                    <a:pt x="10370" y="117280"/>
                    <a:pt x="9760" y="115949"/>
                    <a:pt x="9150" y="114674"/>
                  </a:cubicBezTo>
                  <a:lnTo>
                    <a:pt x="8984" y="114285"/>
                  </a:lnTo>
                  <a:cubicBezTo>
                    <a:pt x="8374" y="112955"/>
                    <a:pt x="7819" y="111624"/>
                    <a:pt x="7320" y="110293"/>
                  </a:cubicBezTo>
                  <a:lnTo>
                    <a:pt x="7209" y="109905"/>
                  </a:lnTo>
                  <a:cubicBezTo>
                    <a:pt x="6655" y="108518"/>
                    <a:pt x="6211" y="107188"/>
                    <a:pt x="5823" y="105801"/>
                  </a:cubicBezTo>
                  <a:cubicBezTo>
                    <a:pt x="5767" y="105635"/>
                    <a:pt x="5712" y="105524"/>
                    <a:pt x="5657" y="105413"/>
                  </a:cubicBezTo>
                  <a:cubicBezTo>
                    <a:pt x="5268" y="104027"/>
                    <a:pt x="4880" y="102641"/>
                    <a:pt x="4492" y="101254"/>
                  </a:cubicBezTo>
                  <a:cubicBezTo>
                    <a:pt x="4492" y="101088"/>
                    <a:pt x="4437" y="100977"/>
                    <a:pt x="4437" y="100811"/>
                  </a:cubicBezTo>
                  <a:cubicBezTo>
                    <a:pt x="4104" y="99424"/>
                    <a:pt x="3771" y="98038"/>
                    <a:pt x="3494" y="96596"/>
                  </a:cubicBezTo>
                  <a:lnTo>
                    <a:pt x="3438" y="96153"/>
                  </a:lnTo>
                  <a:cubicBezTo>
                    <a:pt x="3161" y="94767"/>
                    <a:pt x="2939" y="93325"/>
                    <a:pt x="2773" y="91883"/>
                  </a:cubicBezTo>
                  <a:cubicBezTo>
                    <a:pt x="2773" y="91772"/>
                    <a:pt x="2773" y="91606"/>
                    <a:pt x="2718" y="91495"/>
                  </a:cubicBezTo>
                  <a:cubicBezTo>
                    <a:pt x="2551" y="90053"/>
                    <a:pt x="2440" y="88611"/>
                    <a:pt x="2329" y="87170"/>
                  </a:cubicBezTo>
                  <a:lnTo>
                    <a:pt x="2329" y="86782"/>
                  </a:lnTo>
                  <a:cubicBezTo>
                    <a:pt x="2274" y="85340"/>
                    <a:pt x="2219" y="83898"/>
                    <a:pt x="2219" y="82401"/>
                  </a:cubicBezTo>
                  <a:lnTo>
                    <a:pt x="2219" y="81791"/>
                  </a:lnTo>
                  <a:close/>
                  <a:moveTo>
                    <a:pt x="161308" y="79129"/>
                  </a:moveTo>
                  <a:lnTo>
                    <a:pt x="161308" y="79462"/>
                  </a:lnTo>
                  <a:lnTo>
                    <a:pt x="161308" y="79906"/>
                  </a:lnTo>
                  <a:cubicBezTo>
                    <a:pt x="161308" y="80571"/>
                    <a:pt x="161363" y="81347"/>
                    <a:pt x="161363" y="82068"/>
                  </a:cubicBezTo>
                  <a:cubicBezTo>
                    <a:pt x="161363" y="82789"/>
                    <a:pt x="161308" y="83454"/>
                    <a:pt x="161308" y="84175"/>
                  </a:cubicBezTo>
                  <a:lnTo>
                    <a:pt x="161308" y="84619"/>
                  </a:lnTo>
                  <a:cubicBezTo>
                    <a:pt x="161252" y="86061"/>
                    <a:pt x="161197" y="87502"/>
                    <a:pt x="161030" y="88944"/>
                  </a:cubicBezTo>
                  <a:lnTo>
                    <a:pt x="161030" y="89332"/>
                  </a:lnTo>
                  <a:cubicBezTo>
                    <a:pt x="160864" y="90774"/>
                    <a:pt x="160698" y="92216"/>
                    <a:pt x="160531" y="93658"/>
                  </a:cubicBezTo>
                  <a:cubicBezTo>
                    <a:pt x="160531" y="93768"/>
                    <a:pt x="160476" y="93935"/>
                    <a:pt x="160476" y="94046"/>
                  </a:cubicBezTo>
                  <a:cubicBezTo>
                    <a:pt x="160199" y="95487"/>
                    <a:pt x="159977" y="96929"/>
                    <a:pt x="159700" y="98315"/>
                  </a:cubicBezTo>
                  <a:cubicBezTo>
                    <a:pt x="159644" y="98426"/>
                    <a:pt x="159644" y="98593"/>
                    <a:pt x="159589" y="98704"/>
                  </a:cubicBezTo>
                  <a:cubicBezTo>
                    <a:pt x="159311" y="100145"/>
                    <a:pt x="158923" y="101532"/>
                    <a:pt x="158591" y="102918"/>
                  </a:cubicBezTo>
                  <a:cubicBezTo>
                    <a:pt x="158535" y="103084"/>
                    <a:pt x="158480" y="103195"/>
                    <a:pt x="158424" y="103306"/>
                  </a:cubicBezTo>
                  <a:cubicBezTo>
                    <a:pt x="158036" y="104692"/>
                    <a:pt x="157648" y="106079"/>
                    <a:pt x="157204" y="107465"/>
                  </a:cubicBezTo>
                  <a:cubicBezTo>
                    <a:pt x="157149" y="107631"/>
                    <a:pt x="157093" y="107742"/>
                    <a:pt x="157038" y="107853"/>
                  </a:cubicBezTo>
                  <a:cubicBezTo>
                    <a:pt x="156594" y="109239"/>
                    <a:pt x="156040" y="110570"/>
                    <a:pt x="155541" y="111901"/>
                  </a:cubicBezTo>
                  <a:lnTo>
                    <a:pt x="155374" y="112289"/>
                  </a:lnTo>
                  <a:cubicBezTo>
                    <a:pt x="154820" y="113620"/>
                    <a:pt x="154210" y="114951"/>
                    <a:pt x="153600" y="116282"/>
                  </a:cubicBezTo>
                  <a:cubicBezTo>
                    <a:pt x="153545" y="116393"/>
                    <a:pt x="153489" y="116503"/>
                    <a:pt x="153434" y="116614"/>
                  </a:cubicBezTo>
                  <a:cubicBezTo>
                    <a:pt x="152824" y="117945"/>
                    <a:pt x="152158" y="119221"/>
                    <a:pt x="151437" y="120496"/>
                  </a:cubicBezTo>
                  <a:lnTo>
                    <a:pt x="151216" y="120829"/>
                  </a:lnTo>
                  <a:cubicBezTo>
                    <a:pt x="150550" y="122104"/>
                    <a:pt x="149774" y="123324"/>
                    <a:pt x="148998" y="124544"/>
                  </a:cubicBezTo>
                  <a:lnTo>
                    <a:pt x="148776" y="124932"/>
                  </a:lnTo>
                  <a:cubicBezTo>
                    <a:pt x="147999" y="126152"/>
                    <a:pt x="147223" y="127316"/>
                    <a:pt x="146336" y="128481"/>
                  </a:cubicBezTo>
                  <a:lnTo>
                    <a:pt x="145892" y="129146"/>
                  </a:lnTo>
                  <a:cubicBezTo>
                    <a:pt x="145061" y="130311"/>
                    <a:pt x="144173" y="131420"/>
                    <a:pt x="143231" y="132529"/>
                  </a:cubicBezTo>
                  <a:cubicBezTo>
                    <a:pt x="143120" y="132640"/>
                    <a:pt x="143064" y="132751"/>
                    <a:pt x="142953" y="132862"/>
                  </a:cubicBezTo>
                  <a:cubicBezTo>
                    <a:pt x="142066" y="133971"/>
                    <a:pt x="141068" y="135080"/>
                    <a:pt x="140125" y="136133"/>
                  </a:cubicBezTo>
                  <a:lnTo>
                    <a:pt x="139848" y="136410"/>
                  </a:lnTo>
                  <a:cubicBezTo>
                    <a:pt x="138850" y="137464"/>
                    <a:pt x="137852" y="138518"/>
                    <a:pt x="136798" y="139516"/>
                  </a:cubicBezTo>
                  <a:lnTo>
                    <a:pt x="136466" y="139793"/>
                  </a:lnTo>
                  <a:cubicBezTo>
                    <a:pt x="135412" y="140791"/>
                    <a:pt x="134358" y="141734"/>
                    <a:pt x="133249" y="142676"/>
                  </a:cubicBezTo>
                  <a:lnTo>
                    <a:pt x="132972" y="142954"/>
                  </a:lnTo>
                  <a:cubicBezTo>
                    <a:pt x="131863" y="143896"/>
                    <a:pt x="130699" y="144784"/>
                    <a:pt x="129590" y="145671"/>
                  </a:cubicBezTo>
                  <a:lnTo>
                    <a:pt x="129257" y="145893"/>
                  </a:lnTo>
                  <a:cubicBezTo>
                    <a:pt x="128092" y="146780"/>
                    <a:pt x="126873" y="147612"/>
                    <a:pt x="125708" y="148388"/>
                  </a:cubicBezTo>
                  <a:lnTo>
                    <a:pt x="125320" y="148610"/>
                  </a:lnTo>
                  <a:cubicBezTo>
                    <a:pt x="124155" y="149386"/>
                    <a:pt x="122936" y="150162"/>
                    <a:pt x="121660" y="150883"/>
                  </a:cubicBezTo>
                  <a:lnTo>
                    <a:pt x="121327" y="151105"/>
                  </a:lnTo>
                  <a:cubicBezTo>
                    <a:pt x="120052" y="151826"/>
                    <a:pt x="118777" y="152491"/>
                    <a:pt x="117501" y="153212"/>
                  </a:cubicBezTo>
                  <a:lnTo>
                    <a:pt x="117113" y="153378"/>
                  </a:lnTo>
                  <a:cubicBezTo>
                    <a:pt x="115838" y="153988"/>
                    <a:pt x="114507" y="154598"/>
                    <a:pt x="113176" y="155208"/>
                  </a:cubicBezTo>
                  <a:lnTo>
                    <a:pt x="112843" y="155375"/>
                  </a:lnTo>
                  <a:cubicBezTo>
                    <a:pt x="111513" y="155929"/>
                    <a:pt x="110126" y="156428"/>
                    <a:pt x="108796" y="156927"/>
                  </a:cubicBezTo>
                  <a:lnTo>
                    <a:pt x="108407" y="157094"/>
                  </a:lnTo>
                  <a:cubicBezTo>
                    <a:pt x="107021" y="157593"/>
                    <a:pt x="105690" y="158036"/>
                    <a:pt x="104304" y="158424"/>
                  </a:cubicBezTo>
                  <a:lnTo>
                    <a:pt x="103860" y="158535"/>
                  </a:lnTo>
                  <a:cubicBezTo>
                    <a:pt x="102474" y="158924"/>
                    <a:pt x="101088" y="159312"/>
                    <a:pt x="99702" y="159644"/>
                  </a:cubicBezTo>
                  <a:lnTo>
                    <a:pt x="99313" y="159755"/>
                  </a:lnTo>
                  <a:cubicBezTo>
                    <a:pt x="97927" y="160033"/>
                    <a:pt x="96485" y="160310"/>
                    <a:pt x="95044" y="160587"/>
                  </a:cubicBezTo>
                  <a:lnTo>
                    <a:pt x="94655" y="160643"/>
                  </a:lnTo>
                  <a:cubicBezTo>
                    <a:pt x="93269" y="160864"/>
                    <a:pt x="91827" y="161086"/>
                    <a:pt x="90386" y="161197"/>
                  </a:cubicBezTo>
                  <a:lnTo>
                    <a:pt x="89942" y="161253"/>
                  </a:lnTo>
                  <a:cubicBezTo>
                    <a:pt x="88500" y="161419"/>
                    <a:pt x="87059" y="161530"/>
                    <a:pt x="85617" y="161585"/>
                  </a:cubicBezTo>
                  <a:lnTo>
                    <a:pt x="85229" y="161585"/>
                  </a:lnTo>
                  <a:cubicBezTo>
                    <a:pt x="84064" y="161641"/>
                    <a:pt x="82900" y="161641"/>
                    <a:pt x="81735" y="161641"/>
                  </a:cubicBezTo>
                  <a:lnTo>
                    <a:pt x="80349" y="161641"/>
                  </a:lnTo>
                  <a:lnTo>
                    <a:pt x="80460" y="161086"/>
                  </a:lnTo>
                  <a:lnTo>
                    <a:pt x="80904" y="158646"/>
                  </a:lnTo>
                  <a:lnTo>
                    <a:pt x="81735" y="158646"/>
                  </a:lnTo>
                  <a:cubicBezTo>
                    <a:pt x="82844" y="158646"/>
                    <a:pt x="83953" y="158646"/>
                    <a:pt x="85062" y="158591"/>
                  </a:cubicBezTo>
                  <a:lnTo>
                    <a:pt x="85451" y="158591"/>
                  </a:lnTo>
                  <a:cubicBezTo>
                    <a:pt x="86837" y="158535"/>
                    <a:pt x="88223" y="158424"/>
                    <a:pt x="89609" y="158258"/>
                  </a:cubicBezTo>
                  <a:lnTo>
                    <a:pt x="89998" y="158258"/>
                  </a:lnTo>
                  <a:cubicBezTo>
                    <a:pt x="91384" y="158092"/>
                    <a:pt x="92770" y="157925"/>
                    <a:pt x="94156" y="157704"/>
                  </a:cubicBezTo>
                  <a:lnTo>
                    <a:pt x="94545" y="157593"/>
                  </a:lnTo>
                  <a:cubicBezTo>
                    <a:pt x="95931" y="157371"/>
                    <a:pt x="97262" y="157094"/>
                    <a:pt x="98648" y="156816"/>
                  </a:cubicBezTo>
                  <a:lnTo>
                    <a:pt x="99036" y="156706"/>
                  </a:lnTo>
                  <a:cubicBezTo>
                    <a:pt x="100367" y="156428"/>
                    <a:pt x="101698" y="156040"/>
                    <a:pt x="103029" y="155652"/>
                  </a:cubicBezTo>
                  <a:lnTo>
                    <a:pt x="103417" y="155541"/>
                  </a:lnTo>
                  <a:cubicBezTo>
                    <a:pt x="104748" y="155153"/>
                    <a:pt x="106078" y="154709"/>
                    <a:pt x="107409" y="154266"/>
                  </a:cubicBezTo>
                  <a:lnTo>
                    <a:pt x="107797" y="154155"/>
                  </a:lnTo>
                  <a:cubicBezTo>
                    <a:pt x="109073" y="153656"/>
                    <a:pt x="110348" y="153157"/>
                    <a:pt x="111624" y="152602"/>
                  </a:cubicBezTo>
                  <a:cubicBezTo>
                    <a:pt x="111790" y="152547"/>
                    <a:pt x="111901" y="152491"/>
                    <a:pt x="112012" y="152436"/>
                  </a:cubicBezTo>
                  <a:cubicBezTo>
                    <a:pt x="113287" y="151881"/>
                    <a:pt x="114562" y="151327"/>
                    <a:pt x="115782" y="150717"/>
                  </a:cubicBezTo>
                  <a:lnTo>
                    <a:pt x="116170" y="150495"/>
                  </a:lnTo>
                  <a:cubicBezTo>
                    <a:pt x="117390" y="149885"/>
                    <a:pt x="118610" y="149220"/>
                    <a:pt x="119830" y="148554"/>
                  </a:cubicBezTo>
                  <a:lnTo>
                    <a:pt x="120163" y="148332"/>
                  </a:lnTo>
                  <a:cubicBezTo>
                    <a:pt x="121383" y="147612"/>
                    <a:pt x="122547" y="146891"/>
                    <a:pt x="123712" y="146170"/>
                  </a:cubicBezTo>
                  <a:lnTo>
                    <a:pt x="124045" y="145893"/>
                  </a:lnTo>
                  <a:cubicBezTo>
                    <a:pt x="125209" y="145172"/>
                    <a:pt x="126318" y="144340"/>
                    <a:pt x="127427" y="143508"/>
                  </a:cubicBezTo>
                  <a:lnTo>
                    <a:pt x="127760" y="143286"/>
                  </a:lnTo>
                  <a:cubicBezTo>
                    <a:pt x="128869" y="142455"/>
                    <a:pt x="129978" y="141567"/>
                    <a:pt x="131031" y="140680"/>
                  </a:cubicBezTo>
                  <a:lnTo>
                    <a:pt x="131309" y="140403"/>
                  </a:lnTo>
                  <a:cubicBezTo>
                    <a:pt x="132418" y="139516"/>
                    <a:pt x="133416" y="138628"/>
                    <a:pt x="134414" y="137630"/>
                  </a:cubicBezTo>
                  <a:lnTo>
                    <a:pt x="134747" y="137353"/>
                  </a:lnTo>
                  <a:cubicBezTo>
                    <a:pt x="135745" y="136410"/>
                    <a:pt x="136687" y="135412"/>
                    <a:pt x="137630" y="134414"/>
                  </a:cubicBezTo>
                  <a:cubicBezTo>
                    <a:pt x="137741" y="134303"/>
                    <a:pt x="137852" y="134192"/>
                    <a:pt x="137907" y="134081"/>
                  </a:cubicBezTo>
                  <a:cubicBezTo>
                    <a:pt x="138850" y="133083"/>
                    <a:pt x="139793" y="132030"/>
                    <a:pt x="140680" y="130976"/>
                  </a:cubicBezTo>
                  <a:lnTo>
                    <a:pt x="140957" y="130643"/>
                  </a:lnTo>
                  <a:cubicBezTo>
                    <a:pt x="141844" y="129590"/>
                    <a:pt x="142676" y="128481"/>
                    <a:pt x="143508" y="127372"/>
                  </a:cubicBezTo>
                  <a:lnTo>
                    <a:pt x="143951" y="126762"/>
                  </a:lnTo>
                  <a:cubicBezTo>
                    <a:pt x="144783" y="125653"/>
                    <a:pt x="145560" y="124488"/>
                    <a:pt x="146280" y="123324"/>
                  </a:cubicBezTo>
                  <a:lnTo>
                    <a:pt x="146502" y="122991"/>
                  </a:lnTo>
                  <a:cubicBezTo>
                    <a:pt x="147279" y="121827"/>
                    <a:pt x="147999" y="120607"/>
                    <a:pt x="148665" y="119387"/>
                  </a:cubicBezTo>
                  <a:lnTo>
                    <a:pt x="148831" y="119054"/>
                  </a:lnTo>
                  <a:cubicBezTo>
                    <a:pt x="149552" y="117834"/>
                    <a:pt x="150162" y="116614"/>
                    <a:pt x="150772" y="115394"/>
                  </a:cubicBezTo>
                  <a:lnTo>
                    <a:pt x="150938" y="115006"/>
                  </a:lnTo>
                  <a:cubicBezTo>
                    <a:pt x="151548" y="113731"/>
                    <a:pt x="152103" y="112511"/>
                    <a:pt x="152657" y="111180"/>
                  </a:cubicBezTo>
                  <a:lnTo>
                    <a:pt x="152768" y="110792"/>
                  </a:lnTo>
                  <a:cubicBezTo>
                    <a:pt x="153323" y="109517"/>
                    <a:pt x="153822" y="108241"/>
                    <a:pt x="154265" y="106910"/>
                  </a:cubicBezTo>
                  <a:cubicBezTo>
                    <a:pt x="154321" y="106799"/>
                    <a:pt x="154321" y="106689"/>
                    <a:pt x="154376" y="106522"/>
                  </a:cubicBezTo>
                  <a:cubicBezTo>
                    <a:pt x="154820" y="105247"/>
                    <a:pt x="155208" y="103916"/>
                    <a:pt x="155596" y="102585"/>
                  </a:cubicBezTo>
                  <a:cubicBezTo>
                    <a:pt x="155652" y="102419"/>
                    <a:pt x="155652" y="102308"/>
                    <a:pt x="155707" y="102197"/>
                  </a:cubicBezTo>
                  <a:cubicBezTo>
                    <a:pt x="156095" y="100866"/>
                    <a:pt x="156428" y="99480"/>
                    <a:pt x="156705" y="98149"/>
                  </a:cubicBezTo>
                  <a:cubicBezTo>
                    <a:pt x="156705" y="97983"/>
                    <a:pt x="156761" y="97872"/>
                    <a:pt x="156761" y="97705"/>
                  </a:cubicBezTo>
                  <a:cubicBezTo>
                    <a:pt x="157038" y="96375"/>
                    <a:pt x="157315" y="95044"/>
                    <a:pt x="157537" y="93658"/>
                  </a:cubicBezTo>
                  <a:lnTo>
                    <a:pt x="157592" y="93214"/>
                  </a:lnTo>
                  <a:cubicBezTo>
                    <a:pt x="157759" y="91828"/>
                    <a:pt x="157925" y="90497"/>
                    <a:pt x="158092" y="89111"/>
                  </a:cubicBezTo>
                  <a:lnTo>
                    <a:pt x="158092" y="88722"/>
                  </a:lnTo>
                  <a:cubicBezTo>
                    <a:pt x="158202" y="87336"/>
                    <a:pt x="158313" y="85950"/>
                    <a:pt x="158369" y="84564"/>
                  </a:cubicBezTo>
                  <a:lnTo>
                    <a:pt x="158369" y="84120"/>
                  </a:lnTo>
                  <a:cubicBezTo>
                    <a:pt x="158369" y="83454"/>
                    <a:pt x="158369" y="82734"/>
                    <a:pt x="158369" y="82068"/>
                  </a:cubicBezTo>
                  <a:cubicBezTo>
                    <a:pt x="158369" y="81347"/>
                    <a:pt x="158369" y="80682"/>
                    <a:pt x="158369" y="79961"/>
                  </a:cubicBezTo>
                  <a:cubicBezTo>
                    <a:pt x="158369" y="79906"/>
                    <a:pt x="158369" y="79850"/>
                    <a:pt x="158369" y="79795"/>
                  </a:cubicBezTo>
                  <a:lnTo>
                    <a:pt x="159589" y="79517"/>
                  </a:lnTo>
                  <a:lnTo>
                    <a:pt x="161308" y="79129"/>
                  </a:lnTo>
                  <a:close/>
                  <a:moveTo>
                    <a:pt x="81709" y="82040"/>
                  </a:moveTo>
                  <a:lnTo>
                    <a:pt x="81734" y="82067"/>
                  </a:lnTo>
                  <a:lnTo>
                    <a:pt x="80072" y="161918"/>
                  </a:lnTo>
                  <a:lnTo>
                    <a:pt x="71976" y="100533"/>
                  </a:lnTo>
                  <a:lnTo>
                    <a:pt x="70922" y="92826"/>
                  </a:lnTo>
                  <a:lnTo>
                    <a:pt x="81709" y="82040"/>
                  </a:lnTo>
                  <a:close/>
                  <a:moveTo>
                    <a:pt x="80016" y="0"/>
                  </a:moveTo>
                  <a:lnTo>
                    <a:pt x="79961" y="500"/>
                  </a:lnTo>
                  <a:cubicBezTo>
                    <a:pt x="35933" y="1553"/>
                    <a:pt x="610" y="37319"/>
                    <a:pt x="278" y="81403"/>
                  </a:cubicBezTo>
                  <a:lnTo>
                    <a:pt x="0" y="81458"/>
                  </a:lnTo>
                  <a:lnTo>
                    <a:pt x="278" y="81514"/>
                  </a:lnTo>
                  <a:lnTo>
                    <a:pt x="278" y="81957"/>
                  </a:lnTo>
                  <a:cubicBezTo>
                    <a:pt x="222" y="114951"/>
                    <a:pt x="20074" y="144673"/>
                    <a:pt x="50572" y="157260"/>
                  </a:cubicBezTo>
                  <a:cubicBezTo>
                    <a:pt x="60659" y="161449"/>
                    <a:pt x="71251" y="163483"/>
                    <a:pt x="81753" y="163483"/>
                  </a:cubicBezTo>
                  <a:cubicBezTo>
                    <a:pt x="102947" y="163483"/>
                    <a:pt x="123776" y="155199"/>
                    <a:pt x="139349" y="139627"/>
                  </a:cubicBezTo>
                  <a:cubicBezTo>
                    <a:pt x="162638" y="116282"/>
                    <a:pt x="169625" y="81236"/>
                    <a:pt x="156982" y="50794"/>
                  </a:cubicBezTo>
                  <a:cubicBezTo>
                    <a:pt x="144395" y="20351"/>
                    <a:pt x="114673" y="500"/>
                    <a:pt x="81735" y="500"/>
                  </a:cubicBezTo>
                  <a:lnTo>
                    <a:pt x="80127" y="500"/>
                  </a:lnTo>
                  <a:lnTo>
                    <a:pt x="8001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7"/>
          <p:cNvSpPr txBox="1"/>
          <p:nvPr>
            <p:ph type="ctrTitle"/>
          </p:nvPr>
        </p:nvSpPr>
        <p:spPr>
          <a:xfrm>
            <a:off x="2933963" y="539500"/>
            <a:ext cx="3276600" cy="955500"/>
          </a:xfrm>
          <a:prstGeom prst="rect">
            <a:avLst/>
          </a:prstGeom>
          <a:effectLst>
            <a:outerShdw rotWithShape="0" algn="bl" dir="19800000" dist="19050">
              <a:srgbClr val="D25F4B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Font typeface="Allura"/>
              <a:buNone/>
              <a:defRPr sz="6000">
                <a:solidFill>
                  <a:srgbClr val="263C6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7" name="Google Shape;277;p27"/>
          <p:cNvSpPr txBox="1"/>
          <p:nvPr>
            <p:ph idx="1" type="subTitle"/>
          </p:nvPr>
        </p:nvSpPr>
        <p:spPr>
          <a:xfrm>
            <a:off x="2462538" y="1710900"/>
            <a:ext cx="4219200" cy="107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mfortaa"/>
              <a:buNone/>
              <a:defRPr sz="1600">
                <a:latin typeface="Comfortaa"/>
                <a:ea typeface="Comfortaa"/>
                <a:cs typeface="Comfortaa"/>
                <a:sym typeface="Comforta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mfortaa"/>
              <a:buNone/>
              <a:defRPr sz="1600">
                <a:latin typeface="Comfortaa"/>
                <a:ea typeface="Comfortaa"/>
                <a:cs typeface="Comfortaa"/>
                <a:sym typeface="Comforta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mfortaa"/>
              <a:buNone/>
              <a:defRPr sz="1600">
                <a:latin typeface="Comfortaa"/>
                <a:ea typeface="Comfortaa"/>
                <a:cs typeface="Comfortaa"/>
                <a:sym typeface="Comforta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mfortaa"/>
              <a:buNone/>
              <a:defRPr sz="1600">
                <a:latin typeface="Comfortaa"/>
                <a:ea typeface="Comfortaa"/>
                <a:cs typeface="Comfortaa"/>
                <a:sym typeface="Comforta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mfortaa"/>
              <a:buNone/>
              <a:defRPr sz="1600">
                <a:latin typeface="Comfortaa"/>
                <a:ea typeface="Comfortaa"/>
                <a:cs typeface="Comfortaa"/>
                <a:sym typeface="Comforta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mfortaa"/>
              <a:buNone/>
              <a:defRPr sz="1600">
                <a:latin typeface="Comfortaa"/>
                <a:ea typeface="Comfortaa"/>
                <a:cs typeface="Comfortaa"/>
                <a:sym typeface="Comforta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mfortaa"/>
              <a:buNone/>
              <a:defRPr sz="1600">
                <a:latin typeface="Comfortaa"/>
                <a:ea typeface="Comfortaa"/>
                <a:cs typeface="Comfortaa"/>
                <a:sym typeface="Comforta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mfortaa"/>
              <a:buNone/>
              <a:defRPr sz="1600">
                <a:latin typeface="Comfortaa"/>
                <a:ea typeface="Comfortaa"/>
                <a:cs typeface="Comfortaa"/>
                <a:sym typeface="Comforta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mfortaa"/>
              <a:buNone/>
              <a:defRPr sz="1600"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  <p:pic>
        <p:nvPicPr>
          <p:cNvPr id="278" name="Google Shape;278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4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" name="Google Shape;279;p27"/>
          <p:cNvGrpSpPr/>
          <p:nvPr/>
        </p:nvGrpSpPr>
        <p:grpSpPr>
          <a:xfrm>
            <a:off x="0" y="1660400"/>
            <a:ext cx="9144335" cy="1954575"/>
            <a:chOff x="0" y="1629825"/>
            <a:chExt cx="7337775" cy="1954575"/>
          </a:xfrm>
        </p:grpSpPr>
        <p:cxnSp>
          <p:nvCxnSpPr>
            <p:cNvPr id="280" name="Google Shape;280;p27"/>
            <p:cNvCxnSpPr/>
            <p:nvPr/>
          </p:nvCxnSpPr>
          <p:spPr>
            <a:xfrm>
              <a:off x="0" y="1629825"/>
              <a:ext cx="3069300" cy="19545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chemeClr val="lt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81" name="Google Shape;281;p27"/>
            <p:cNvCxnSpPr/>
            <p:nvPr/>
          </p:nvCxnSpPr>
          <p:spPr>
            <a:xfrm flipH="1">
              <a:off x="3033975" y="2476500"/>
              <a:ext cx="4303800" cy="11079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chemeClr val="lt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282" name="Google Shape;282;p27"/>
          <p:cNvSpPr txBox="1"/>
          <p:nvPr/>
        </p:nvSpPr>
        <p:spPr>
          <a:xfrm>
            <a:off x="1714900" y="3614525"/>
            <a:ext cx="5714700" cy="7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CREDITS</a:t>
            </a:r>
            <a:r>
              <a:rPr lang="en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: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, including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.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7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4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7" name="Google Shape;287;p29"/>
          <p:cNvGrpSpPr/>
          <p:nvPr/>
        </p:nvGrpSpPr>
        <p:grpSpPr>
          <a:xfrm flipH="1">
            <a:off x="-175" y="-134800"/>
            <a:ext cx="9144335" cy="1954575"/>
            <a:chOff x="0" y="1629825"/>
            <a:chExt cx="7337775" cy="1954575"/>
          </a:xfrm>
        </p:grpSpPr>
        <p:cxnSp>
          <p:nvCxnSpPr>
            <p:cNvPr id="288" name="Google Shape;288;p29"/>
            <p:cNvCxnSpPr/>
            <p:nvPr/>
          </p:nvCxnSpPr>
          <p:spPr>
            <a:xfrm>
              <a:off x="0" y="1629825"/>
              <a:ext cx="3069300" cy="19545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chemeClr val="lt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89" name="Google Shape;289;p29"/>
            <p:cNvCxnSpPr/>
            <p:nvPr/>
          </p:nvCxnSpPr>
          <p:spPr>
            <a:xfrm flipH="1">
              <a:off x="3033975" y="2476500"/>
              <a:ext cx="4303800" cy="11079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chemeClr val="lt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90" name="Google Shape;290;p29"/>
          <p:cNvCxnSpPr/>
          <p:nvPr/>
        </p:nvCxnSpPr>
        <p:spPr>
          <a:xfrm>
            <a:off x="-121400" y="3532375"/>
            <a:ext cx="5022600" cy="1779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7_1_1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4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3" name="Google Shape;293;p30"/>
          <p:cNvGrpSpPr/>
          <p:nvPr/>
        </p:nvGrpSpPr>
        <p:grpSpPr>
          <a:xfrm rot="10800000">
            <a:off x="-1880195" y="669155"/>
            <a:ext cx="12904395" cy="3805200"/>
            <a:chOff x="-1867070" y="-959950"/>
            <a:chExt cx="12904395" cy="3805200"/>
          </a:xfrm>
        </p:grpSpPr>
        <p:cxnSp>
          <p:nvCxnSpPr>
            <p:cNvPr id="294" name="Google Shape;294;p30"/>
            <p:cNvCxnSpPr/>
            <p:nvPr/>
          </p:nvCxnSpPr>
          <p:spPr>
            <a:xfrm flipH="1" rot="10800000">
              <a:off x="2407050" y="941750"/>
              <a:ext cx="4329900" cy="9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95" name="Google Shape;295;p30"/>
            <p:cNvCxnSpPr/>
            <p:nvPr/>
          </p:nvCxnSpPr>
          <p:spPr>
            <a:xfrm flipH="1" rot="10800000">
              <a:off x="-1867070" y="942650"/>
              <a:ext cx="4247100" cy="19026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chemeClr val="lt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96" name="Google Shape;296;p30"/>
            <p:cNvCxnSpPr/>
            <p:nvPr/>
          </p:nvCxnSpPr>
          <p:spPr>
            <a:xfrm flipH="1" rot="10800000">
              <a:off x="6790225" y="-959950"/>
              <a:ext cx="4247100" cy="19026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chemeClr val="lt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7_1_1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4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9" name="Google Shape;299;p31"/>
          <p:cNvCxnSpPr/>
          <p:nvPr/>
        </p:nvCxnSpPr>
        <p:spPr>
          <a:xfrm rot="-5400000">
            <a:off x="5611650" y="1802125"/>
            <a:ext cx="5203500" cy="1485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31"/>
          <p:cNvCxnSpPr/>
          <p:nvPr/>
        </p:nvCxnSpPr>
        <p:spPr>
          <a:xfrm flipH="1" rot="5400000">
            <a:off x="-1030550" y="1535125"/>
            <a:ext cx="4607700" cy="2615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FFE798"/>
            </a:gs>
            <a:gs pos="100000">
              <a:srgbClr val="CFB78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  <a:noFill/>
          <a:ln>
            <a:noFill/>
          </a:ln>
          <a:effectLst>
            <a:outerShdw rotWithShape="0" algn="bl" dist="19050">
              <a:srgbClr val="D25F4B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Lobster"/>
              <a:buNone/>
              <a:defRPr sz="3500">
                <a:solidFill>
                  <a:schemeClr val="lt2"/>
                </a:solidFill>
                <a:latin typeface="Lobster"/>
                <a:ea typeface="Lobster"/>
                <a:cs typeface="Lobster"/>
                <a:sym typeface="Lobs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Lobster"/>
              <a:buNone/>
              <a:defRPr sz="3500">
                <a:solidFill>
                  <a:schemeClr val="lt2"/>
                </a:solidFill>
                <a:latin typeface="Lobster"/>
                <a:ea typeface="Lobster"/>
                <a:cs typeface="Lobster"/>
                <a:sym typeface="Lobs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Lobster"/>
              <a:buNone/>
              <a:defRPr sz="3500">
                <a:solidFill>
                  <a:schemeClr val="lt2"/>
                </a:solidFill>
                <a:latin typeface="Lobster"/>
                <a:ea typeface="Lobster"/>
                <a:cs typeface="Lobster"/>
                <a:sym typeface="Lobs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Lobster"/>
              <a:buNone/>
              <a:defRPr sz="3500">
                <a:solidFill>
                  <a:schemeClr val="lt2"/>
                </a:solidFill>
                <a:latin typeface="Lobster"/>
                <a:ea typeface="Lobster"/>
                <a:cs typeface="Lobster"/>
                <a:sym typeface="Lobs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Lobster"/>
              <a:buNone/>
              <a:defRPr sz="3500">
                <a:solidFill>
                  <a:schemeClr val="lt2"/>
                </a:solidFill>
                <a:latin typeface="Lobster"/>
                <a:ea typeface="Lobster"/>
                <a:cs typeface="Lobster"/>
                <a:sym typeface="Lobs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Lobster"/>
              <a:buNone/>
              <a:defRPr sz="3500">
                <a:solidFill>
                  <a:schemeClr val="lt2"/>
                </a:solidFill>
                <a:latin typeface="Lobster"/>
                <a:ea typeface="Lobster"/>
                <a:cs typeface="Lobster"/>
                <a:sym typeface="Lobs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Lobster"/>
              <a:buNone/>
              <a:defRPr sz="3500">
                <a:solidFill>
                  <a:schemeClr val="lt2"/>
                </a:solidFill>
                <a:latin typeface="Lobster"/>
                <a:ea typeface="Lobster"/>
                <a:cs typeface="Lobster"/>
                <a:sym typeface="Lobs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Lobster"/>
              <a:buNone/>
              <a:defRPr sz="3500">
                <a:solidFill>
                  <a:schemeClr val="lt2"/>
                </a:solidFill>
                <a:latin typeface="Lobster"/>
                <a:ea typeface="Lobster"/>
                <a:cs typeface="Lobster"/>
                <a:sym typeface="Lobs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Lobster"/>
              <a:buNone/>
              <a:defRPr sz="3500">
                <a:solidFill>
                  <a:schemeClr val="lt2"/>
                </a:solidFill>
                <a:latin typeface="Lobster"/>
                <a:ea typeface="Lobster"/>
                <a:cs typeface="Lobster"/>
                <a:sym typeface="Lobs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50" y="1246950"/>
            <a:ext cx="7717500" cy="3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fortaa"/>
              <a:buChar char="●"/>
              <a:defRPr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indent="-3302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fortaa"/>
              <a:buChar char="○"/>
              <a:defRPr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2pPr>
            <a:lvl3pPr indent="-3302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fortaa"/>
              <a:buChar char="■"/>
              <a:defRPr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3pPr>
            <a:lvl4pPr indent="-3302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fortaa"/>
              <a:buChar char="●"/>
              <a:defRPr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4pPr>
            <a:lvl5pPr indent="-3302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fortaa"/>
              <a:buChar char="○"/>
              <a:defRPr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5pPr>
            <a:lvl6pPr indent="-3302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fortaa"/>
              <a:buChar char="■"/>
              <a:defRPr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6pPr>
            <a:lvl7pPr indent="-3302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fortaa"/>
              <a:buChar char="●"/>
              <a:defRPr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7pPr>
            <a:lvl8pPr indent="-3302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fortaa"/>
              <a:buChar char="○"/>
              <a:defRPr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8pPr>
            <a:lvl9pPr indent="-3302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Comfortaa"/>
              <a:buChar char="■"/>
              <a:defRPr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22.png"/><Relationship Id="rId7" Type="http://schemas.openxmlformats.org/officeDocument/2006/relationships/image" Target="../media/image18.png"/><Relationship Id="rId8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5" name="Google Shape;305;p32"/>
          <p:cNvCxnSpPr/>
          <p:nvPr/>
        </p:nvCxnSpPr>
        <p:spPr>
          <a:xfrm flipH="1" rot="10800000">
            <a:off x="-111400" y="-45550"/>
            <a:ext cx="6293400" cy="1803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306" name="Google Shape;306;p32"/>
          <p:cNvGrpSpPr/>
          <p:nvPr/>
        </p:nvGrpSpPr>
        <p:grpSpPr>
          <a:xfrm>
            <a:off x="7509838" y="200381"/>
            <a:ext cx="1556131" cy="1518484"/>
            <a:chOff x="1125475" y="238125"/>
            <a:chExt cx="5321925" cy="5193175"/>
          </a:xfrm>
        </p:grpSpPr>
        <p:sp>
          <p:nvSpPr>
            <p:cNvPr id="307" name="Google Shape;307;p32"/>
            <p:cNvSpPr/>
            <p:nvPr/>
          </p:nvSpPr>
          <p:spPr>
            <a:xfrm>
              <a:off x="3670675" y="238125"/>
              <a:ext cx="327175" cy="316075"/>
            </a:xfrm>
            <a:custGeom>
              <a:rect b="b" l="l" r="r" t="t"/>
              <a:pathLst>
                <a:path extrusionOk="0" h="12643" w="13087">
                  <a:moveTo>
                    <a:pt x="0" y="0"/>
                  </a:moveTo>
                  <a:lnTo>
                    <a:pt x="0" y="333"/>
                  </a:lnTo>
                  <a:cubicBezTo>
                    <a:pt x="333" y="333"/>
                    <a:pt x="610" y="388"/>
                    <a:pt x="887" y="499"/>
                  </a:cubicBezTo>
                  <a:cubicBezTo>
                    <a:pt x="1165" y="610"/>
                    <a:pt x="1386" y="832"/>
                    <a:pt x="1608" y="1109"/>
                  </a:cubicBezTo>
                  <a:lnTo>
                    <a:pt x="1830" y="1386"/>
                  </a:lnTo>
                  <a:lnTo>
                    <a:pt x="1830" y="9649"/>
                  </a:lnTo>
                  <a:cubicBezTo>
                    <a:pt x="1886" y="10258"/>
                    <a:pt x="1775" y="10924"/>
                    <a:pt x="1497" y="11534"/>
                  </a:cubicBezTo>
                  <a:cubicBezTo>
                    <a:pt x="1109" y="11867"/>
                    <a:pt x="555" y="12033"/>
                    <a:pt x="0" y="12033"/>
                  </a:cubicBezTo>
                  <a:lnTo>
                    <a:pt x="0" y="12421"/>
                  </a:lnTo>
                  <a:lnTo>
                    <a:pt x="4436" y="12421"/>
                  </a:lnTo>
                  <a:lnTo>
                    <a:pt x="4436" y="12033"/>
                  </a:lnTo>
                  <a:cubicBezTo>
                    <a:pt x="3937" y="12033"/>
                    <a:pt x="3494" y="11922"/>
                    <a:pt x="3105" y="11645"/>
                  </a:cubicBezTo>
                  <a:cubicBezTo>
                    <a:pt x="2828" y="11312"/>
                    <a:pt x="2662" y="10647"/>
                    <a:pt x="2662" y="9649"/>
                  </a:cubicBezTo>
                  <a:lnTo>
                    <a:pt x="2662" y="2329"/>
                  </a:lnTo>
                  <a:lnTo>
                    <a:pt x="10979" y="12643"/>
                  </a:lnTo>
                  <a:lnTo>
                    <a:pt x="11312" y="12643"/>
                  </a:lnTo>
                  <a:lnTo>
                    <a:pt x="11312" y="2773"/>
                  </a:lnTo>
                  <a:cubicBezTo>
                    <a:pt x="11201" y="2107"/>
                    <a:pt x="11368" y="1442"/>
                    <a:pt x="11645" y="887"/>
                  </a:cubicBezTo>
                  <a:cubicBezTo>
                    <a:pt x="12033" y="555"/>
                    <a:pt x="12532" y="333"/>
                    <a:pt x="13087" y="333"/>
                  </a:cubicBezTo>
                  <a:lnTo>
                    <a:pt x="13087" y="0"/>
                  </a:lnTo>
                  <a:lnTo>
                    <a:pt x="8651" y="0"/>
                  </a:lnTo>
                  <a:lnTo>
                    <a:pt x="8651" y="333"/>
                  </a:lnTo>
                  <a:cubicBezTo>
                    <a:pt x="9150" y="333"/>
                    <a:pt x="9593" y="499"/>
                    <a:pt x="9981" y="721"/>
                  </a:cubicBezTo>
                  <a:cubicBezTo>
                    <a:pt x="10370" y="1331"/>
                    <a:pt x="10591" y="2052"/>
                    <a:pt x="10480" y="2773"/>
                  </a:cubicBezTo>
                  <a:lnTo>
                    <a:pt x="10480" y="9039"/>
                  </a:lnTo>
                  <a:lnTo>
                    <a:pt x="321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8" name="Google Shape;308;p32"/>
            <p:cNvSpPr/>
            <p:nvPr/>
          </p:nvSpPr>
          <p:spPr>
            <a:xfrm>
              <a:off x="1125475" y="2639150"/>
              <a:ext cx="433925" cy="316100"/>
            </a:xfrm>
            <a:custGeom>
              <a:rect b="b" l="l" r="r" t="t"/>
              <a:pathLst>
                <a:path extrusionOk="0" h="12644" w="17357">
                  <a:moveTo>
                    <a:pt x="13641" y="0"/>
                  </a:moveTo>
                  <a:lnTo>
                    <a:pt x="13641" y="389"/>
                  </a:lnTo>
                  <a:cubicBezTo>
                    <a:pt x="13918" y="389"/>
                    <a:pt x="14195" y="389"/>
                    <a:pt x="14473" y="500"/>
                  </a:cubicBezTo>
                  <a:cubicBezTo>
                    <a:pt x="14805" y="610"/>
                    <a:pt x="14972" y="888"/>
                    <a:pt x="14972" y="1220"/>
                  </a:cubicBezTo>
                  <a:cubicBezTo>
                    <a:pt x="14972" y="1387"/>
                    <a:pt x="14972" y="1498"/>
                    <a:pt x="14916" y="1609"/>
                  </a:cubicBezTo>
                  <a:cubicBezTo>
                    <a:pt x="14861" y="1941"/>
                    <a:pt x="14805" y="2274"/>
                    <a:pt x="14639" y="2607"/>
                  </a:cubicBezTo>
                  <a:lnTo>
                    <a:pt x="12310" y="8928"/>
                  </a:lnTo>
                  <a:lnTo>
                    <a:pt x="9593" y="1886"/>
                  </a:lnTo>
                  <a:cubicBezTo>
                    <a:pt x="9538" y="1664"/>
                    <a:pt x="9427" y="1498"/>
                    <a:pt x="9427" y="1387"/>
                  </a:cubicBezTo>
                  <a:cubicBezTo>
                    <a:pt x="9371" y="1331"/>
                    <a:pt x="9371" y="1220"/>
                    <a:pt x="9371" y="1109"/>
                  </a:cubicBezTo>
                  <a:cubicBezTo>
                    <a:pt x="9371" y="832"/>
                    <a:pt x="9538" y="555"/>
                    <a:pt x="9815" y="500"/>
                  </a:cubicBezTo>
                  <a:cubicBezTo>
                    <a:pt x="10148" y="389"/>
                    <a:pt x="10425" y="389"/>
                    <a:pt x="10758" y="389"/>
                  </a:cubicBezTo>
                  <a:lnTo>
                    <a:pt x="10758" y="56"/>
                  </a:lnTo>
                  <a:lnTo>
                    <a:pt x="5767" y="56"/>
                  </a:lnTo>
                  <a:lnTo>
                    <a:pt x="5767" y="389"/>
                  </a:lnTo>
                  <a:cubicBezTo>
                    <a:pt x="6044" y="389"/>
                    <a:pt x="6377" y="389"/>
                    <a:pt x="6654" y="500"/>
                  </a:cubicBezTo>
                  <a:cubicBezTo>
                    <a:pt x="6987" y="666"/>
                    <a:pt x="7264" y="943"/>
                    <a:pt x="7375" y="1331"/>
                  </a:cubicBezTo>
                  <a:lnTo>
                    <a:pt x="8262" y="3660"/>
                  </a:lnTo>
                  <a:lnTo>
                    <a:pt x="6266" y="8873"/>
                  </a:lnTo>
                  <a:lnTo>
                    <a:pt x="3604" y="1830"/>
                  </a:lnTo>
                  <a:cubicBezTo>
                    <a:pt x="3493" y="1664"/>
                    <a:pt x="3438" y="1498"/>
                    <a:pt x="3438" y="1387"/>
                  </a:cubicBezTo>
                  <a:cubicBezTo>
                    <a:pt x="3383" y="1276"/>
                    <a:pt x="3383" y="1165"/>
                    <a:pt x="3383" y="1054"/>
                  </a:cubicBezTo>
                  <a:cubicBezTo>
                    <a:pt x="3383" y="777"/>
                    <a:pt x="3549" y="555"/>
                    <a:pt x="3826" y="500"/>
                  </a:cubicBezTo>
                  <a:cubicBezTo>
                    <a:pt x="4048" y="389"/>
                    <a:pt x="4325" y="389"/>
                    <a:pt x="4602" y="389"/>
                  </a:cubicBezTo>
                  <a:lnTo>
                    <a:pt x="4602" y="56"/>
                  </a:lnTo>
                  <a:lnTo>
                    <a:pt x="0" y="56"/>
                  </a:lnTo>
                  <a:lnTo>
                    <a:pt x="0" y="389"/>
                  </a:lnTo>
                  <a:cubicBezTo>
                    <a:pt x="499" y="389"/>
                    <a:pt x="943" y="666"/>
                    <a:pt x="1220" y="1054"/>
                  </a:cubicBezTo>
                  <a:cubicBezTo>
                    <a:pt x="1774" y="2163"/>
                    <a:pt x="2218" y="3272"/>
                    <a:pt x="2606" y="4381"/>
                  </a:cubicBezTo>
                  <a:lnTo>
                    <a:pt x="4159" y="8762"/>
                  </a:lnTo>
                  <a:lnTo>
                    <a:pt x="5545" y="12643"/>
                  </a:lnTo>
                  <a:lnTo>
                    <a:pt x="5822" y="12643"/>
                  </a:lnTo>
                  <a:lnTo>
                    <a:pt x="8706" y="4714"/>
                  </a:lnTo>
                  <a:lnTo>
                    <a:pt x="10868" y="10481"/>
                  </a:lnTo>
                  <a:lnTo>
                    <a:pt x="11700" y="12643"/>
                  </a:lnTo>
                  <a:lnTo>
                    <a:pt x="11977" y="12643"/>
                  </a:lnTo>
                  <a:lnTo>
                    <a:pt x="13197" y="9261"/>
                  </a:lnTo>
                  <a:lnTo>
                    <a:pt x="13918" y="7098"/>
                  </a:lnTo>
                  <a:lnTo>
                    <a:pt x="15914" y="1498"/>
                  </a:lnTo>
                  <a:cubicBezTo>
                    <a:pt x="16025" y="1165"/>
                    <a:pt x="16247" y="832"/>
                    <a:pt x="16580" y="610"/>
                  </a:cubicBezTo>
                  <a:cubicBezTo>
                    <a:pt x="16802" y="500"/>
                    <a:pt x="17079" y="389"/>
                    <a:pt x="17356" y="389"/>
                  </a:cubicBezTo>
                  <a:lnTo>
                    <a:pt x="173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9" name="Google Shape;309;p32"/>
            <p:cNvSpPr/>
            <p:nvPr/>
          </p:nvSpPr>
          <p:spPr>
            <a:xfrm>
              <a:off x="6172900" y="2671025"/>
              <a:ext cx="274500" cy="310550"/>
            </a:xfrm>
            <a:custGeom>
              <a:rect b="b" l="l" r="r" t="t"/>
              <a:pathLst>
                <a:path extrusionOk="0" h="12422" w="10980">
                  <a:moveTo>
                    <a:pt x="0" y="1"/>
                  </a:moveTo>
                  <a:lnTo>
                    <a:pt x="0" y="389"/>
                  </a:lnTo>
                  <a:cubicBezTo>
                    <a:pt x="84" y="380"/>
                    <a:pt x="165" y="375"/>
                    <a:pt x="246" y="375"/>
                  </a:cubicBezTo>
                  <a:cubicBezTo>
                    <a:pt x="647" y="375"/>
                    <a:pt x="1017" y="491"/>
                    <a:pt x="1387" y="722"/>
                  </a:cubicBezTo>
                  <a:cubicBezTo>
                    <a:pt x="1608" y="1110"/>
                    <a:pt x="1719" y="1609"/>
                    <a:pt x="1664" y="2053"/>
                  </a:cubicBezTo>
                  <a:lnTo>
                    <a:pt x="1664" y="10370"/>
                  </a:lnTo>
                  <a:cubicBezTo>
                    <a:pt x="1664" y="11036"/>
                    <a:pt x="1553" y="11535"/>
                    <a:pt x="1387" y="11701"/>
                  </a:cubicBezTo>
                  <a:cubicBezTo>
                    <a:pt x="943" y="11923"/>
                    <a:pt x="499" y="12034"/>
                    <a:pt x="0" y="12034"/>
                  </a:cubicBezTo>
                  <a:lnTo>
                    <a:pt x="0" y="12422"/>
                  </a:lnTo>
                  <a:lnTo>
                    <a:pt x="10148" y="12422"/>
                  </a:lnTo>
                  <a:lnTo>
                    <a:pt x="10980" y="9261"/>
                  </a:lnTo>
                  <a:lnTo>
                    <a:pt x="10481" y="9206"/>
                  </a:lnTo>
                  <a:cubicBezTo>
                    <a:pt x="10203" y="10037"/>
                    <a:pt x="9593" y="10758"/>
                    <a:pt x="8817" y="11257"/>
                  </a:cubicBezTo>
                  <a:cubicBezTo>
                    <a:pt x="8074" y="11536"/>
                    <a:pt x="7292" y="11659"/>
                    <a:pt x="6503" y="11659"/>
                  </a:cubicBezTo>
                  <a:cubicBezTo>
                    <a:pt x="6350" y="11659"/>
                    <a:pt x="6198" y="11655"/>
                    <a:pt x="6045" y="11646"/>
                  </a:cubicBezTo>
                  <a:cubicBezTo>
                    <a:pt x="5851" y="11660"/>
                    <a:pt x="5658" y="11667"/>
                    <a:pt x="5466" y="11667"/>
                  </a:cubicBezTo>
                  <a:cubicBezTo>
                    <a:pt x="4941" y="11667"/>
                    <a:pt x="4425" y="11616"/>
                    <a:pt x="3937" y="11535"/>
                  </a:cubicBezTo>
                  <a:cubicBezTo>
                    <a:pt x="3660" y="11479"/>
                    <a:pt x="3549" y="11257"/>
                    <a:pt x="3549" y="10925"/>
                  </a:cubicBezTo>
                  <a:lnTo>
                    <a:pt x="3549" y="6267"/>
                  </a:lnTo>
                  <a:lnTo>
                    <a:pt x="6433" y="6267"/>
                  </a:lnTo>
                  <a:cubicBezTo>
                    <a:pt x="6525" y="6258"/>
                    <a:pt x="6618" y="6253"/>
                    <a:pt x="6709" y="6253"/>
                  </a:cubicBezTo>
                  <a:cubicBezTo>
                    <a:pt x="7169" y="6253"/>
                    <a:pt x="7616" y="6368"/>
                    <a:pt x="7985" y="6600"/>
                  </a:cubicBezTo>
                  <a:cubicBezTo>
                    <a:pt x="8263" y="7043"/>
                    <a:pt x="8429" y="7542"/>
                    <a:pt x="8484" y="8041"/>
                  </a:cubicBezTo>
                  <a:lnTo>
                    <a:pt x="8928" y="8041"/>
                  </a:lnTo>
                  <a:lnTo>
                    <a:pt x="8928" y="3716"/>
                  </a:lnTo>
                  <a:lnTo>
                    <a:pt x="8484" y="3716"/>
                  </a:lnTo>
                  <a:cubicBezTo>
                    <a:pt x="8484" y="4215"/>
                    <a:pt x="8263" y="4714"/>
                    <a:pt x="7985" y="5158"/>
                  </a:cubicBezTo>
                  <a:cubicBezTo>
                    <a:pt x="7599" y="5399"/>
                    <a:pt x="7129" y="5557"/>
                    <a:pt x="6647" y="5557"/>
                  </a:cubicBezTo>
                  <a:cubicBezTo>
                    <a:pt x="6576" y="5557"/>
                    <a:pt x="6504" y="5553"/>
                    <a:pt x="6433" y="5546"/>
                  </a:cubicBezTo>
                  <a:lnTo>
                    <a:pt x="3549" y="5546"/>
                  </a:lnTo>
                  <a:lnTo>
                    <a:pt x="3549" y="1387"/>
                  </a:lnTo>
                  <a:cubicBezTo>
                    <a:pt x="3549" y="1165"/>
                    <a:pt x="3605" y="999"/>
                    <a:pt x="3660" y="888"/>
                  </a:cubicBezTo>
                  <a:cubicBezTo>
                    <a:pt x="3716" y="777"/>
                    <a:pt x="3882" y="722"/>
                    <a:pt x="4159" y="722"/>
                  </a:cubicBezTo>
                  <a:lnTo>
                    <a:pt x="6765" y="722"/>
                  </a:lnTo>
                  <a:cubicBezTo>
                    <a:pt x="6882" y="713"/>
                    <a:pt x="6999" y="708"/>
                    <a:pt x="7116" y="708"/>
                  </a:cubicBezTo>
                  <a:cubicBezTo>
                    <a:pt x="7719" y="708"/>
                    <a:pt x="8315" y="831"/>
                    <a:pt x="8873" y="1110"/>
                  </a:cubicBezTo>
                  <a:cubicBezTo>
                    <a:pt x="9261" y="1553"/>
                    <a:pt x="9482" y="2108"/>
                    <a:pt x="9538" y="2718"/>
                  </a:cubicBezTo>
                  <a:lnTo>
                    <a:pt x="10037" y="2718"/>
                  </a:lnTo>
                  <a:lnTo>
                    <a:pt x="99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0" name="Google Shape;310;p32"/>
            <p:cNvSpPr/>
            <p:nvPr/>
          </p:nvSpPr>
          <p:spPr>
            <a:xfrm>
              <a:off x="3715025" y="5107975"/>
              <a:ext cx="210750" cy="323325"/>
            </a:xfrm>
            <a:custGeom>
              <a:rect b="b" l="l" r="r" t="t"/>
              <a:pathLst>
                <a:path extrusionOk="0" h="12933" w="8430">
                  <a:moveTo>
                    <a:pt x="3814" y="1"/>
                  </a:moveTo>
                  <a:cubicBezTo>
                    <a:pt x="2932" y="1"/>
                    <a:pt x="2065" y="377"/>
                    <a:pt x="1442" y="949"/>
                  </a:cubicBezTo>
                  <a:cubicBezTo>
                    <a:pt x="832" y="1559"/>
                    <a:pt x="500" y="2446"/>
                    <a:pt x="500" y="3333"/>
                  </a:cubicBezTo>
                  <a:cubicBezTo>
                    <a:pt x="555" y="4054"/>
                    <a:pt x="832" y="4719"/>
                    <a:pt x="1331" y="5274"/>
                  </a:cubicBezTo>
                  <a:cubicBezTo>
                    <a:pt x="1664" y="5662"/>
                    <a:pt x="2052" y="5939"/>
                    <a:pt x="2496" y="6217"/>
                  </a:cubicBezTo>
                  <a:lnTo>
                    <a:pt x="4049" y="7215"/>
                  </a:lnTo>
                  <a:cubicBezTo>
                    <a:pt x="4714" y="7603"/>
                    <a:pt x="5324" y="8046"/>
                    <a:pt x="5878" y="8490"/>
                  </a:cubicBezTo>
                  <a:cubicBezTo>
                    <a:pt x="6322" y="8934"/>
                    <a:pt x="6544" y="9488"/>
                    <a:pt x="6544" y="10098"/>
                  </a:cubicBezTo>
                  <a:cubicBezTo>
                    <a:pt x="6544" y="10708"/>
                    <a:pt x="6322" y="11263"/>
                    <a:pt x="5878" y="11706"/>
                  </a:cubicBezTo>
                  <a:cubicBezTo>
                    <a:pt x="5435" y="12039"/>
                    <a:pt x="4880" y="12261"/>
                    <a:pt x="4326" y="12261"/>
                  </a:cubicBezTo>
                  <a:cubicBezTo>
                    <a:pt x="3272" y="12261"/>
                    <a:pt x="2219" y="11762"/>
                    <a:pt x="1553" y="10930"/>
                  </a:cubicBezTo>
                  <a:cubicBezTo>
                    <a:pt x="1054" y="10320"/>
                    <a:pt x="721" y="9654"/>
                    <a:pt x="444" y="8934"/>
                  </a:cubicBezTo>
                  <a:lnTo>
                    <a:pt x="1" y="8934"/>
                  </a:lnTo>
                  <a:lnTo>
                    <a:pt x="555" y="12926"/>
                  </a:lnTo>
                  <a:lnTo>
                    <a:pt x="999" y="12926"/>
                  </a:lnTo>
                  <a:cubicBezTo>
                    <a:pt x="999" y="12760"/>
                    <a:pt x="1054" y="12649"/>
                    <a:pt x="1110" y="12483"/>
                  </a:cubicBezTo>
                  <a:cubicBezTo>
                    <a:pt x="1193" y="12358"/>
                    <a:pt x="1307" y="12295"/>
                    <a:pt x="1453" y="12295"/>
                  </a:cubicBezTo>
                  <a:cubicBezTo>
                    <a:pt x="1501" y="12295"/>
                    <a:pt x="1553" y="12302"/>
                    <a:pt x="1609" y="12316"/>
                  </a:cubicBezTo>
                  <a:cubicBezTo>
                    <a:pt x="1941" y="12372"/>
                    <a:pt x="2330" y="12483"/>
                    <a:pt x="2662" y="12593"/>
                  </a:cubicBezTo>
                  <a:cubicBezTo>
                    <a:pt x="3217" y="12815"/>
                    <a:pt x="3882" y="12926"/>
                    <a:pt x="4492" y="12926"/>
                  </a:cubicBezTo>
                  <a:cubicBezTo>
                    <a:pt x="4564" y="12930"/>
                    <a:pt x="4636" y="12932"/>
                    <a:pt x="4708" y="12932"/>
                  </a:cubicBezTo>
                  <a:cubicBezTo>
                    <a:pt x="5640" y="12932"/>
                    <a:pt x="6600" y="12601"/>
                    <a:pt x="7320" y="11983"/>
                  </a:cubicBezTo>
                  <a:cubicBezTo>
                    <a:pt x="8041" y="11318"/>
                    <a:pt x="8429" y="10431"/>
                    <a:pt x="8429" y="9488"/>
                  </a:cubicBezTo>
                  <a:cubicBezTo>
                    <a:pt x="8429" y="8823"/>
                    <a:pt x="8207" y="8157"/>
                    <a:pt x="7819" y="7603"/>
                  </a:cubicBezTo>
                  <a:cubicBezTo>
                    <a:pt x="7209" y="6882"/>
                    <a:pt x="6433" y="6327"/>
                    <a:pt x="5657" y="5884"/>
                  </a:cubicBezTo>
                  <a:lnTo>
                    <a:pt x="3993" y="4830"/>
                  </a:lnTo>
                  <a:cubicBezTo>
                    <a:pt x="3494" y="4553"/>
                    <a:pt x="2995" y="4165"/>
                    <a:pt x="2607" y="3721"/>
                  </a:cubicBezTo>
                  <a:cubicBezTo>
                    <a:pt x="2330" y="3389"/>
                    <a:pt x="2163" y="2945"/>
                    <a:pt x="2163" y="2501"/>
                  </a:cubicBezTo>
                  <a:cubicBezTo>
                    <a:pt x="2163" y="2002"/>
                    <a:pt x="2330" y="1559"/>
                    <a:pt x="2718" y="1226"/>
                  </a:cubicBezTo>
                  <a:cubicBezTo>
                    <a:pt x="3106" y="949"/>
                    <a:pt x="3605" y="782"/>
                    <a:pt x="4104" y="782"/>
                  </a:cubicBezTo>
                  <a:cubicBezTo>
                    <a:pt x="4825" y="838"/>
                    <a:pt x="5490" y="1060"/>
                    <a:pt x="6100" y="1503"/>
                  </a:cubicBezTo>
                  <a:cubicBezTo>
                    <a:pt x="6877" y="2113"/>
                    <a:pt x="7376" y="3000"/>
                    <a:pt x="7542" y="3998"/>
                  </a:cubicBezTo>
                  <a:lnTo>
                    <a:pt x="8041" y="3998"/>
                  </a:lnTo>
                  <a:lnTo>
                    <a:pt x="7597" y="6"/>
                  </a:lnTo>
                  <a:lnTo>
                    <a:pt x="7209" y="6"/>
                  </a:lnTo>
                  <a:cubicBezTo>
                    <a:pt x="7209" y="172"/>
                    <a:pt x="7098" y="339"/>
                    <a:pt x="7043" y="505"/>
                  </a:cubicBezTo>
                  <a:cubicBezTo>
                    <a:pt x="6877" y="616"/>
                    <a:pt x="6710" y="671"/>
                    <a:pt x="6544" y="671"/>
                  </a:cubicBezTo>
                  <a:cubicBezTo>
                    <a:pt x="6211" y="561"/>
                    <a:pt x="5823" y="450"/>
                    <a:pt x="5490" y="339"/>
                  </a:cubicBezTo>
                  <a:cubicBezTo>
                    <a:pt x="4991" y="117"/>
                    <a:pt x="4492" y="61"/>
                    <a:pt x="3993" y="6"/>
                  </a:cubicBezTo>
                  <a:cubicBezTo>
                    <a:pt x="3933" y="2"/>
                    <a:pt x="3873" y="1"/>
                    <a:pt x="38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1" name="Google Shape;311;p32"/>
            <p:cNvSpPr/>
            <p:nvPr/>
          </p:nvSpPr>
          <p:spPr>
            <a:xfrm>
              <a:off x="1763150" y="792625"/>
              <a:ext cx="4240650" cy="4087100"/>
            </a:xfrm>
            <a:custGeom>
              <a:rect b="b" l="l" r="r" t="t"/>
              <a:pathLst>
                <a:path extrusionOk="0" h="163484" w="169626">
                  <a:moveTo>
                    <a:pt x="86393" y="36210"/>
                  </a:moveTo>
                  <a:lnTo>
                    <a:pt x="86393" y="36210"/>
                  </a:lnTo>
                  <a:cubicBezTo>
                    <a:pt x="96097" y="37153"/>
                    <a:pt x="105191" y="41201"/>
                    <a:pt x="112455" y="47744"/>
                  </a:cubicBezTo>
                  <a:lnTo>
                    <a:pt x="101587" y="55618"/>
                  </a:lnTo>
                  <a:cubicBezTo>
                    <a:pt x="97816" y="52735"/>
                    <a:pt x="93436" y="50738"/>
                    <a:pt x="88778" y="49740"/>
                  </a:cubicBezTo>
                  <a:lnTo>
                    <a:pt x="86393" y="36210"/>
                  </a:lnTo>
                  <a:close/>
                  <a:moveTo>
                    <a:pt x="75248" y="36376"/>
                  </a:moveTo>
                  <a:lnTo>
                    <a:pt x="73473" y="50017"/>
                  </a:lnTo>
                  <a:cubicBezTo>
                    <a:pt x="68982" y="51182"/>
                    <a:pt x="64823" y="53234"/>
                    <a:pt x="61218" y="56173"/>
                  </a:cubicBezTo>
                  <a:cubicBezTo>
                    <a:pt x="56450" y="52956"/>
                    <a:pt x="51625" y="49685"/>
                    <a:pt x="50184" y="48520"/>
                  </a:cubicBezTo>
                  <a:cubicBezTo>
                    <a:pt x="57060" y="41977"/>
                    <a:pt x="65821" y="37763"/>
                    <a:pt x="75248" y="36376"/>
                  </a:cubicBezTo>
                  <a:close/>
                  <a:moveTo>
                    <a:pt x="73196" y="52014"/>
                  </a:moveTo>
                  <a:lnTo>
                    <a:pt x="71754" y="63104"/>
                  </a:lnTo>
                  <a:cubicBezTo>
                    <a:pt x="71144" y="62716"/>
                    <a:pt x="67207" y="60110"/>
                    <a:pt x="62827" y="57226"/>
                  </a:cubicBezTo>
                  <a:lnTo>
                    <a:pt x="62827" y="57171"/>
                  </a:lnTo>
                  <a:cubicBezTo>
                    <a:pt x="65932" y="54842"/>
                    <a:pt x="69425" y="53067"/>
                    <a:pt x="73196" y="52014"/>
                  </a:cubicBezTo>
                  <a:close/>
                  <a:moveTo>
                    <a:pt x="89110" y="51736"/>
                  </a:moveTo>
                  <a:lnTo>
                    <a:pt x="89110" y="51736"/>
                  </a:lnTo>
                  <a:cubicBezTo>
                    <a:pt x="93047" y="52679"/>
                    <a:pt x="96763" y="54398"/>
                    <a:pt x="99979" y="56782"/>
                  </a:cubicBezTo>
                  <a:lnTo>
                    <a:pt x="91162" y="63215"/>
                  </a:lnTo>
                  <a:lnTo>
                    <a:pt x="89110" y="51736"/>
                  </a:lnTo>
                  <a:close/>
                  <a:moveTo>
                    <a:pt x="51570" y="50017"/>
                  </a:moveTo>
                  <a:lnTo>
                    <a:pt x="51570" y="50017"/>
                  </a:lnTo>
                  <a:cubicBezTo>
                    <a:pt x="56949" y="53844"/>
                    <a:pt x="70922" y="62993"/>
                    <a:pt x="71588" y="63437"/>
                  </a:cubicBezTo>
                  <a:lnTo>
                    <a:pt x="71699" y="63326"/>
                  </a:lnTo>
                  <a:lnTo>
                    <a:pt x="70867" y="70035"/>
                  </a:lnTo>
                  <a:lnTo>
                    <a:pt x="51570" y="50017"/>
                  </a:lnTo>
                  <a:close/>
                  <a:moveTo>
                    <a:pt x="111513" y="49352"/>
                  </a:moveTo>
                  <a:lnTo>
                    <a:pt x="111513" y="49352"/>
                  </a:lnTo>
                  <a:cubicBezTo>
                    <a:pt x="102197" y="66154"/>
                    <a:pt x="100422" y="69647"/>
                    <a:pt x="100145" y="70479"/>
                  </a:cubicBezTo>
                  <a:lnTo>
                    <a:pt x="92548" y="69481"/>
                  </a:lnTo>
                  <a:lnTo>
                    <a:pt x="111513" y="49352"/>
                  </a:lnTo>
                  <a:close/>
                  <a:moveTo>
                    <a:pt x="105191" y="61496"/>
                  </a:moveTo>
                  <a:lnTo>
                    <a:pt x="105191" y="61551"/>
                  </a:lnTo>
                  <a:cubicBezTo>
                    <a:pt x="107853" y="64601"/>
                    <a:pt x="109905" y="68095"/>
                    <a:pt x="111235" y="71921"/>
                  </a:cubicBezTo>
                  <a:lnTo>
                    <a:pt x="100478" y="70534"/>
                  </a:lnTo>
                  <a:cubicBezTo>
                    <a:pt x="100755" y="69814"/>
                    <a:pt x="102419" y="66597"/>
                    <a:pt x="105191" y="61496"/>
                  </a:cubicBezTo>
                  <a:close/>
                  <a:moveTo>
                    <a:pt x="57193" y="62758"/>
                  </a:moveTo>
                  <a:cubicBezTo>
                    <a:pt x="59513" y="67177"/>
                    <a:pt x="61552" y="71091"/>
                    <a:pt x="61828" y="71643"/>
                  </a:cubicBezTo>
                  <a:lnTo>
                    <a:pt x="51736" y="73251"/>
                  </a:lnTo>
                  <a:cubicBezTo>
                    <a:pt x="52896" y="69442"/>
                    <a:pt x="54714" y="65908"/>
                    <a:pt x="57193" y="62758"/>
                  </a:cubicBezTo>
                  <a:close/>
                  <a:moveTo>
                    <a:pt x="112622" y="48021"/>
                  </a:moveTo>
                  <a:cubicBezTo>
                    <a:pt x="120108" y="54897"/>
                    <a:pt x="125154" y="64047"/>
                    <a:pt x="126873" y="74028"/>
                  </a:cubicBezTo>
                  <a:lnTo>
                    <a:pt x="113232" y="72253"/>
                  </a:lnTo>
                  <a:cubicBezTo>
                    <a:pt x="111845" y="67595"/>
                    <a:pt x="109405" y="63381"/>
                    <a:pt x="106134" y="59777"/>
                  </a:cubicBezTo>
                  <a:cubicBezTo>
                    <a:pt x="107908" y="56561"/>
                    <a:pt x="110071" y="52679"/>
                    <a:pt x="112511" y="48298"/>
                  </a:cubicBezTo>
                  <a:lnTo>
                    <a:pt x="112511" y="48243"/>
                  </a:lnTo>
                  <a:lnTo>
                    <a:pt x="112622" y="48021"/>
                  </a:lnTo>
                  <a:close/>
                  <a:moveTo>
                    <a:pt x="49851" y="48853"/>
                  </a:moveTo>
                  <a:cubicBezTo>
                    <a:pt x="50905" y="50627"/>
                    <a:pt x="53622" y="55895"/>
                    <a:pt x="56228" y="60886"/>
                  </a:cubicBezTo>
                  <a:cubicBezTo>
                    <a:pt x="53178" y="64601"/>
                    <a:pt x="50960" y="68926"/>
                    <a:pt x="49740" y="73584"/>
                  </a:cubicBezTo>
                  <a:lnTo>
                    <a:pt x="36210" y="75691"/>
                  </a:lnTo>
                  <a:cubicBezTo>
                    <a:pt x="37596" y="65488"/>
                    <a:pt x="42421" y="56006"/>
                    <a:pt x="49851" y="48853"/>
                  </a:cubicBezTo>
                  <a:close/>
                  <a:moveTo>
                    <a:pt x="81735" y="6100"/>
                  </a:moveTo>
                  <a:cubicBezTo>
                    <a:pt x="122104" y="6156"/>
                    <a:pt x="155430" y="37763"/>
                    <a:pt x="157537" y="78076"/>
                  </a:cubicBezTo>
                  <a:lnTo>
                    <a:pt x="127649" y="74139"/>
                  </a:lnTo>
                  <a:cubicBezTo>
                    <a:pt x="125930" y="63825"/>
                    <a:pt x="120773" y="54454"/>
                    <a:pt x="113065" y="47411"/>
                  </a:cubicBezTo>
                  <a:lnTo>
                    <a:pt x="113287" y="47134"/>
                  </a:lnTo>
                  <a:lnTo>
                    <a:pt x="113287" y="47134"/>
                  </a:lnTo>
                  <a:lnTo>
                    <a:pt x="113010" y="47356"/>
                  </a:lnTo>
                  <a:cubicBezTo>
                    <a:pt x="105579" y="40646"/>
                    <a:pt x="96208" y="36487"/>
                    <a:pt x="86282" y="35489"/>
                  </a:cubicBezTo>
                  <a:lnTo>
                    <a:pt x="81125" y="6100"/>
                  </a:lnTo>
                  <a:close/>
                  <a:moveTo>
                    <a:pt x="81680" y="2440"/>
                  </a:moveTo>
                  <a:cubicBezTo>
                    <a:pt x="82844" y="2440"/>
                    <a:pt x="84009" y="2440"/>
                    <a:pt x="85173" y="2496"/>
                  </a:cubicBezTo>
                  <a:lnTo>
                    <a:pt x="85562" y="2496"/>
                  </a:lnTo>
                  <a:cubicBezTo>
                    <a:pt x="87003" y="2551"/>
                    <a:pt x="88445" y="2662"/>
                    <a:pt x="89887" y="2828"/>
                  </a:cubicBezTo>
                  <a:lnTo>
                    <a:pt x="90330" y="2884"/>
                  </a:lnTo>
                  <a:cubicBezTo>
                    <a:pt x="91772" y="3050"/>
                    <a:pt x="93214" y="3217"/>
                    <a:pt x="94600" y="3438"/>
                  </a:cubicBezTo>
                  <a:lnTo>
                    <a:pt x="94988" y="3494"/>
                  </a:lnTo>
                  <a:cubicBezTo>
                    <a:pt x="96430" y="3771"/>
                    <a:pt x="97872" y="4048"/>
                    <a:pt x="99258" y="4381"/>
                  </a:cubicBezTo>
                  <a:lnTo>
                    <a:pt x="99646" y="4437"/>
                  </a:lnTo>
                  <a:cubicBezTo>
                    <a:pt x="101088" y="4769"/>
                    <a:pt x="102474" y="5157"/>
                    <a:pt x="103805" y="5546"/>
                  </a:cubicBezTo>
                  <a:lnTo>
                    <a:pt x="104249" y="5656"/>
                  </a:lnTo>
                  <a:cubicBezTo>
                    <a:pt x="105635" y="6045"/>
                    <a:pt x="107021" y="6488"/>
                    <a:pt x="108352" y="6987"/>
                  </a:cubicBezTo>
                  <a:lnTo>
                    <a:pt x="108740" y="7154"/>
                  </a:lnTo>
                  <a:cubicBezTo>
                    <a:pt x="110126" y="7653"/>
                    <a:pt x="111457" y="8152"/>
                    <a:pt x="112788" y="8706"/>
                  </a:cubicBezTo>
                  <a:lnTo>
                    <a:pt x="113176" y="8873"/>
                  </a:lnTo>
                  <a:cubicBezTo>
                    <a:pt x="114452" y="9483"/>
                    <a:pt x="115782" y="10093"/>
                    <a:pt x="117058" y="10703"/>
                  </a:cubicBezTo>
                  <a:lnTo>
                    <a:pt x="117446" y="10869"/>
                  </a:lnTo>
                  <a:cubicBezTo>
                    <a:pt x="118721" y="11534"/>
                    <a:pt x="119997" y="12255"/>
                    <a:pt x="121272" y="12976"/>
                  </a:cubicBezTo>
                  <a:lnTo>
                    <a:pt x="121605" y="13198"/>
                  </a:lnTo>
                  <a:cubicBezTo>
                    <a:pt x="122880" y="13863"/>
                    <a:pt x="124100" y="14695"/>
                    <a:pt x="125320" y="15471"/>
                  </a:cubicBezTo>
                  <a:lnTo>
                    <a:pt x="125653" y="15693"/>
                  </a:lnTo>
                  <a:cubicBezTo>
                    <a:pt x="126873" y="16469"/>
                    <a:pt x="128037" y="17301"/>
                    <a:pt x="129201" y="18188"/>
                  </a:cubicBezTo>
                  <a:lnTo>
                    <a:pt x="129534" y="18410"/>
                  </a:lnTo>
                  <a:cubicBezTo>
                    <a:pt x="130643" y="19297"/>
                    <a:pt x="131808" y="20185"/>
                    <a:pt x="132917" y="21127"/>
                  </a:cubicBezTo>
                  <a:lnTo>
                    <a:pt x="133194" y="21405"/>
                  </a:lnTo>
                  <a:cubicBezTo>
                    <a:pt x="134303" y="22347"/>
                    <a:pt x="135357" y="23290"/>
                    <a:pt x="136410" y="24288"/>
                  </a:cubicBezTo>
                  <a:lnTo>
                    <a:pt x="136743" y="24565"/>
                  </a:lnTo>
                  <a:cubicBezTo>
                    <a:pt x="137796" y="25563"/>
                    <a:pt x="138795" y="26617"/>
                    <a:pt x="139793" y="27671"/>
                  </a:cubicBezTo>
                  <a:cubicBezTo>
                    <a:pt x="139904" y="27726"/>
                    <a:pt x="139959" y="27837"/>
                    <a:pt x="140070" y="27948"/>
                  </a:cubicBezTo>
                  <a:lnTo>
                    <a:pt x="140125" y="27892"/>
                  </a:lnTo>
                  <a:cubicBezTo>
                    <a:pt x="141068" y="28946"/>
                    <a:pt x="142066" y="30055"/>
                    <a:pt x="142953" y="31164"/>
                  </a:cubicBezTo>
                  <a:cubicBezTo>
                    <a:pt x="143064" y="31275"/>
                    <a:pt x="143120" y="31386"/>
                    <a:pt x="143231" y="31497"/>
                  </a:cubicBezTo>
                  <a:cubicBezTo>
                    <a:pt x="144173" y="32606"/>
                    <a:pt x="145061" y="33715"/>
                    <a:pt x="145892" y="34879"/>
                  </a:cubicBezTo>
                  <a:lnTo>
                    <a:pt x="146336" y="35545"/>
                  </a:lnTo>
                  <a:cubicBezTo>
                    <a:pt x="147223" y="36709"/>
                    <a:pt x="147999" y="37929"/>
                    <a:pt x="148776" y="39094"/>
                  </a:cubicBezTo>
                  <a:lnTo>
                    <a:pt x="148998" y="39482"/>
                  </a:lnTo>
                  <a:cubicBezTo>
                    <a:pt x="149774" y="40702"/>
                    <a:pt x="150550" y="41922"/>
                    <a:pt x="151216" y="43197"/>
                  </a:cubicBezTo>
                  <a:lnTo>
                    <a:pt x="151437" y="43530"/>
                  </a:lnTo>
                  <a:cubicBezTo>
                    <a:pt x="152158" y="44805"/>
                    <a:pt x="152824" y="46080"/>
                    <a:pt x="153434" y="47411"/>
                  </a:cubicBezTo>
                  <a:cubicBezTo>
                    <a:pt x="153489" y="47522"/>
                    <a:pt x="153545" y="47633"/>
                    <a:pt x="153600" y="47744"/>
                  </a:cubicBezTo>
                  <a:cubicBezTo>
                    <a:pt x="154210" y="49075"/>
                    <a:pt x="154820" y="50406"/>
                    <a:pt x="155374" y="51736"/>
                  </a:cubicBezTo>
                  <a:cubicBezTo>
                    <a:pt x="155430" y="51847"/>
                    <a:pt x="155485" y="51958"/>
                    <a:pt x="155541" y="52125"/>
                  </a:cubicBezTo>
                  <a:cubicBezTo>
                    <a:pt x="156040" y="53455"/>
                    <a:pt x="156594" y="54786"/>
                    <a:pt x="157038" y="56173"/>
                  </a:cubicBezTo>
                  <a:cubicBezTo>
                    <a:pt x="157093" y="56283"/>
                    <a:pt x="157149" y="56450"/>
                    <a:pt x="157204" y="56561"/>
                  </a:cubicBezTo>
                  <a:cubicBezTo>
                    <a:pt x="157648" y="57947"/>
                    <a:pt x="158036" y="59333"/>
                    <a:pt x="158424" y="60720"/>
                  </a:cubicBezTo>
                  <a:cubicBezTo>
                    <a:pt x="158480" y="60830"/>
                    <a:pt x="158535" y="60997"/>
                    <a:pt x="158591" y="61108"/>
                  </a:cubicBezTo>
                  <a:cubicBezTo>
                    <a:pt x="158923" y="62494"/>
                    <a:pt x="159311" y="63880"/>
                    <a:pt x="159589" y="65322"/>
                  </a:cubicBezTo>
                  <a:cubicBezTo>
                    <a:pt x="159589" y="65433"/>
                    <a:pt x="159644" y="65599"/>
                    <a:pt x="159700" y="65710"/>
                  </a:cubicBezTo>
                  <a:cubicBezTo>
                    <a:pt x="159977" y="67096"/>
                    <a:pt x="160199" y="68538"/>
                    <a:pt x="160476" y="69980"/>
                  </a:cubicBezTo>
                  <a:cubicBezTo>
                    <a:pt x="160476" y="70146"/>
                    <a:pt x="160476" y="70257"/>
                    <a:pt x="160531" y="70368"/>
                  </a:cubicBezTo>
                  <a:cubicBezTo>
                    <a:pt x="160698" y="71810"/>
                    <a:pt x="160864" y="73251"/>
                    <a:pt x="161030" y="74693"/>
                  </a:cubicBezTo>
                  <a:lnTo>
                    <a:pt x="161030" y="75081"/>
                  </a:lnTo>
                  <a:cubicBezTo>
                    <a:pt x="161141" y="76246"/>
                    <a:pt x="161252" y="77410"/>
                    <a:pt x="161252" y="78519"/>
                  </a:cubicBezTo>
                  <a:lnTo>
                    <a:pt x="158258" y="78131"/>
                  </a:lnTo>
                  <a:cubicBezTo>
                    <a:pt x="158202" y="77189"/>
                    <a:pt x="158147" y="76301"/>
                    <a:pt x="158092" y="75359"/>
                  </a:cubicBezTo>
                  <a:lnTo>
                    <a:pt x="158036" y="74970"/>
                  </a:lnTo>
                  <a:cubicBezTo>
                    <a:pt x="157925" y="73584"/>
                    <a:pt x="157759" y="72198"/>
                    <a:pt x="157537" y="70812"/>
                  </a:cubicBezTo>
                  <a:lnTo>
                    <a:pt x="157482" y="70423"/>
                  </a:lnTo>
                  <a:cubicBezTo>
                    <a:pt x="157260" y="69037"/>
                    <a:pt x="157038" y="67706"/>
                    <a:pt x="156761" y="66320"/>
                  </a:cubicBezTo>
                  <a:cubicBezTo>
                    <a:pt x="156761" y="66209"/>
                    <a:pt x="156705" y="66043"/>
                    <a:pt x="156650" y="65932"/>
                  </a:cubicBezTo>
                  <a:cubicBezTo>
                    <a:pt x="156373" y="64546"/>
                    <a:pt x="156040" y="63215"/>
                    <a:pt x="155707" y="61884"/>
                  </a:cubicBezTo>
                  <a:cubicBezTo>
                    <a:pt x="155652" y="61773"/>
                    <a:pt x="155596" y="61607"/>
                    <a:pt x="155596" y="61496"/>
                  </a:cubicBezTo>
                  <a:cubicBezTo>
                    <a:pt x="155208" y="60165"/>
                    <a:pt x="154820" y="58834"/>
                    <a:pt x="154376" y="57503"/>
                  </a:cubicBezTo>
                  <a:cubicBezTo>
                    <a:pt x="154321" y="57392"/>
                    <a:pt x="154265" y="57282"/>
                    <a:pt x="154210" y="57115"/>
                  </a:cubicBezTo>
                  <a:cubicBezTo>
                    <a:pt x="153766" y="55840"/>
                    <a:pt x="153267" y="54509"/>
                    <a:pt x="152768" y="53234"/>
                  </a:cubicBezTo>
                  <a:cubicBezTo>
                    <a:pt x="152713" y="53123"/>
                    <a:pt x="152657" y="53012"/>
                    <a:pt x="152602" y="52845"/>
                  </a:cubicBezTo>
                  <a:cubicBezTo>
                    <a:pt x="152103" y="51570"/>
                    <a:pt x="151493" y="50295"/>
                    <a:pt x="150938" y="49075"/>
                  </a:cubicBezTo>
                  <a:lnTo>
                    <a:pt x="150717" y="48687"/>
                  </a:lnTo>
                  <a:cubicBezTo>
                    <a:pt x="150107" y="47467"/>
                    <a:pt x="149497" y="46247"/>
                    <a:pt x="148831" y="45027"/>
                  </a:cubicBezTo>
                  <a:cubicBezTo>
                    <a:pt x="148776" y="44916"/>
                    <a:pt x="148720" y="44750"/>
                    <a:pt x="148609" y="44639"/>
                  </a:cubicBezTo>
                  <a:cubicBezTo>
                    <a:pt x="147944" y="43419"/>
                    <a:pt x="147223" y="42254"/>
                    <a:pt x="146502" y="41090"/>
                  </a:cubicBezTo>
                  <a:cubicBezTo>
                    <a:pt x="146447" y="40979"/>
                    <a:pt x="146336" y="40868"/>
                    <a:pt x="146280" y="40757"/>
                  </a:cubicBezTo>
                  <a:cubicBezTo>
                    <a:pt x="145560" y="39593"/>
                    <a:pt x="144728" y="38428"/>
                    <a:pt x="143951" y="37319"/>
                  </a:cubicBezTo>
                  <a:lnTo>
                    <a:pt x="143508" y="36654"/>
                  </a:lnTo>
                  <a:cubicBezTo>
                    <a:pt x="142676" y="35545"/>
                    <a:pt x="141789" y="34491"/>
                    <a:pt x="140957" y="33382"/>
                  </a:cubicBezTo>
                  <a:lnTo>
                    <a:pt x="140680" y="33105"/>
                  </a:lnTo>
                  <a:cubicBezTo>
                    <a:pt x="139793" y="31996"/>
                    <a:pt x="138850" y="30998"/>
                    <a:pt x="137907" y="29944"/>
                  </a:cubicBezTo>
                  <a:lnTo>
                    <a:pt x="137630" y="29667"/>
                  </a:lnTo>
                  <a:cubicBezTo>
                    <a:pt x="136687" y="28669"/>
                    <a:pt x="135689" y="27671"/>
                    <a:pt x="134691" y="26728"/>
                  </a:cubicBezTo>
                  <a:lnTo>
                    <a:pt x="134414" y="26395"/>
                  </a:lnTo>
                  <a:cubicBezTo>
                    <a:pt x="133416" y="25453"/>
                    <a:pt x="132362" y="24565"/>
                    <a:pt x="131309" y="23623"/>
                  </a:cubicBezTo>
                  <a:lnTo>
                    <a:pt x="130976" y="23401"/>
                  </a:lnTo>
                  <a:cubicBezTo>
                    <a:pt x="129922" y="22514"/>
                    <a:pt x="128869" y="21626"/>
                    <a:pt x="127760" y="20795"/>
                  </a:cubicBezTo>
                  <a:lnTo>
                    <a:pt x="127427" y="20517"/>
                  </a:lnTo>
                  <a:cubicBezTo>
                    <a:pt x="126318" y="19686"/>
                    <a:pt x="125154" y="18909"/>
                    <a:pt x="124045" y="18133"/>
                  </a:cubicBezTo>
                  <a:lnTo>
                    <a:pt x="123656" y="17911"/>
                  </a:lnTo>
                  <a:cubicBezTo>
                    <a:pt x="122492" y="17190"/>
                    <a:pt x="121327" y="16414"/>
                    <a:pt x="120163" y="15749"/>
                  </a:cubicBezTo>
                  <a:lnTo>
                    <a:pt x="119775" y="15527"/>
                  </a:lnTo>
                  <a:cubicBezTo>
                    <a:pt x="118610" y="14861"/>
                    <a:pt x="117390" y="14196"/>
                    <a:pt x="116115" y="13586"/>
                  </a:cubicBezTo>
                  <a:lnTo>
                    <a:pt x="115782" y="13364"/>
                  </a:lnTo>
                  <a:cubicBezTo>
                    <a:pt x="114507" y="12754"/>
                    <a:pt x="113287" y="12200"/>
                    <a:pt x="112012" y="11645"/>
                  </a:cubicBezTo>
                  <a:cubicBezTo>
                    <a:pt x="111845" y="11590"/>
                    <a:pt x="111734" y="11534"/>
                    <a:pt x="111624" y="11479"/>
                  </a:cubicBezTo>
                  <a:cubicBezTo>
                    <a:pt x="110348" y="10924"/>
                    <a:pt x="109073" y="10425"/>
                    <a:pt x="107742" y="9926"/>
                  </a:cubicBezTo>
                  <a:lnTo>
                    <a:pt x="107354" y="9815"/>
                  </a:lnTo>
                  <a:cubicBezTo>
                    <a:pt x="106078" y="9316"/>
                    <a:pt x="104748" y="8928"/>
                    <a:pt x="103417" y="8540"/>
                  </a:cubicBezTo>
                  <a:lnTo>
                    <a:pt x="103029" y="8374"/>
                  </a:lnTo>
                  <a:cubicBezTo>
                    <a:pt x="101698" y="8041"/>
                    <a:pt x="100367" y="7653"/>
                    <a:pt x="98981" y="7375"/>
                  </a:cubicBezTo>
                  <a:lnTo>
                    <a:pt x="98593" y="7265"/>
                  </a:lnTo>
                  <a:cubicBezTo>
                    <a:pt x="97262" y="6932"/>
                    <a:pt x="95875" y="6710"/>
                    <a:pt x="94545" y="6433"/>
                  </a:cubicBezTo>
                  <a:lnTo>
                    <a:pt x="94101" y="6377"/>
                  </a:lnTo>
                  <a:cubicBezTo>
                    <a:pt x="92770" y="6156"/>
                    <a:pt x="91384" y="5989"/>
                    <a:pt x="89998" y="5823"/>
                  </a:cubicBezTo>
                  <a:lnTo>
                    <a:pt x="89609" y="5767"/>
                  </a:lnTo>
                  <a:cubicBezTo>
                    <a:pt x="88223" y="5656"/>
                    <a:pt x="86837" y="5546"/>
                    <a:pt x="85451" y="5490"/>
                  </a:cubicBezTo>
                  <a:lnTo>
                    <a:pt x="85007" y="5490"/>
                  </a:lnTo>
                  <a:cubicBezTo>
                    <a:pt x="83898" y="5435"/>
                    <a:pt x="82789" y="5379"/>
                    <a:pt x="81680" y="5379"/>
                  </a:cubicBezTo>
                  <a:lnTo>
                    <a:pt x="80959" y="5379"/>
                  </a:lnTo>
                  <a:lnTo>
                    <a:pt x="80848" y="4658"/>
                  </a:lnTo>
                  <a:lnTo>
                    <a:pt x="80460" y="2440"/>
                  </a:lnTo>
                  <a:close/>
                  <a:moveTo>
                    <a:pt x="79296" y="6156"/>
                  </a:moveTo>
                  <a:lnTo>
                    <a:pt x="75359" y="35711"/>
                  </a:lnTo>
                  <a:cubicBezTo>
                    <a:pt x="54564" y="38594"/>
                    <a:pt x="38262" y="55008"/>
                    <a:pt x="35545" y="75858"/>
                  </a:cubicBezTo>
                  <a:lnTo>
                    <a:pt x="5823" y="80571"/>
                  </a:lnTo>
                  <a:lnTo>
                    <a:pt x="5823" y="80571"/>
                  </a:lnTo>
                  <a:cubicBezTo>
                    <a:pt x="6599" y="40203"/>
                    <a:pt x="38872" y="7486"/>
                    <a:pt x="79296" y="6156"/>
                  </a:cubicBezTo>
                  <a:close/>
                  <a:moveTo>
                    <a:pt x="79739" y="2496"/>
                  </a:moveTo>
                  <a:lnTo>
                    <a:pt x="79351" y="5490"/>
                  </a:lnTo>
                  <a:cubicBezTo>
                    <a:pt x="78353" y="5490"/>
                    <a:pt x="77299" y="5546"/>
                    <a:pt x="76301" y="5656"/>
                  </a:cubicBezTo>
                  <a:lnTo>
                    <a:pt x="75913" y="5656"/>
                  </a:lnTo>
                  <a:cubicBezTo>
                    <a:pt x="74527" y="5767"/>
                    <a:pt x="73140" y="5878"/>
                    <a:pt x="71754" y="6045"/>
                  </a:cubicBezTo>
                  <a:lnTo>
                    <a:pt x="71311" y="6100"/>
                  </a:lnTo>
                  <a:cubicBezTo>
                    <a:pt x="69924" y="6322"/>
                    <a:pt x="68593" y="6544"/>
                    <a:pt x="67207" y="6821"/>
                  </a:cubicBezTo>
                  <a:lnTo>
                    <a:pt x="66819" y="6876"/>
                  </a:lnTo>
                  <a:cubicBezTo>
                    <a:pt x="65433" y="7154"/>
                    <a:pt x="64102" y="7486"/>
                    <a:pt x="62771" y="7819"/>
                  </a:cubicBezTo>
                  <a:lnTo>
                    <a:pt x="62383" y="7930"/>
                  </a:lnTo>
                  <a:cubicBezTo>
                    <a:pt x="61052" y="8263"/>
                    <a:pt x="59721" y="8651"/>
                    <a:pt x="58390" y="9094"/>
                  </a:cubicBezTo>
                  <a:lnTo>
                    <a:pt x="57670" y="9316"/>
                  </a:lnTo>
                  <a:cubicBezTo>
                    <a:pt x="56339" y="9760"/>
                    <a:pt x="55008" y="10203"/>
                    <a:pt x="53733" y="10703"/>
                  </a:cubicBezTo>
                  <a:lnTo>
                    <a:pt x="53344" y="10869"/>
                  </a:lnTo>
                  <a:cubicBezTo>
                    <a:pt x="52069" y="11368"/>
                    <a:pt x="50794" y="11922"/>
                    <a:pt x="49518" y="12477"/>
                  </a:cubicBezTo>
                  <a:lnTo>
                    <a:pt x="49186" y="12699"/>
                  </a:lnTo>
                  <a:cubicBezTo>
                    <a:pt x="47910" y="13253"/>
                    <a:pt x="46690" y="13863"/>
                    <a:pt x="45470" y="14473"/>
                  </a:cubicBezTo>
                  <a:lnTo>
                    <a:pt x="45082" y="14695"/>
                  </a:lnTo>
                  <a:cubicBezTo>
                    <a:pt x="43918" y="15360"/>
                    <a:pt x="42698" y="16081"/>
                    <a:pt x="41533" y="16802"/>
                  </a:cubicBezTo>
                  <a:lnTo>
                    <a:pt x="41145" y="17024"/>
                  </a:lnTo>
                  <a:cubicBezTo>
                    <a:pt x="39981" y="17745"/>
                    <a:pt x="38816" y="18466"/>
                    <a:pt x="37707" y="19297"/>
                  </a:cubicBezTo>
                  <a:lnTo>
                    <a:pt x="37375" y="19519"/>
                  </a:lnTo>
                  <a:cubicBezTo>
                    <a:pt x="36210" y="20351"/>
                    <a:pt x="35156" y="21183"/>
                    <a:pt x="34047" y="22015"/>
                  </a:cubicBezTo>
                  <a:lnTo>
                    <a:pt x="33715" y="22292"/>
                  </a:lnTo>
                  <a:cubicBezTo>
                    <a:pt x="32661" y="23179"/>
                    <a:pt x="31608" y="24066"/>
                    <a:pt x="30554" y="24954"/>
                  </a:cubicBezTo>
                  <a:lnTo>
                    <a:pt x="30277" y="25231"/>
                  </a:lnTo>
                  <a:cubicBezTo>
                    <a:pt x="29223" y="26173"/>
                    <a:pt x="28225" y="27116"/>
                    <a:pt x="27282" y="28114"/>
                  </a:cubicBezTo>
                  <a:lnTo>
                    <a:pt x="26950" y="28447"/>
                  </a:lnTo>
                  <a:cubicBezTo>
                    <a:pt x="26007" y="29390"/>
                    <a:pt x="25064" y="30443"/>
                    <a:pt x="24122" y="31497"/>
                  </a:cubicBezTo>
                  <a:lnTo>
                    <a:pt x="23844" y="31774"/>
                  </a:lnTo>
                  <a:cubicBezTo>
                    <a:pt x="22957" y="32828"/>
                    <a:pt x="22070" y="33881"/>
                    <a:pt x="21238" y="34990"/>
                  </a:cubicBezTo>
                  <a:lnTo>
                    <a:pt x="20961" y="35323"/>
                  </a:lnTo>
                  <a:cubicBezTo>
                    <a:pt x="20129" y="36432"/>
                    <a:pt x="19297" y="37541"/>
                    <a:pt x="18521" y="38650"/>
                  </a:cubicBezTo>
                  <a:lnTo>
                    <a:pt x="18299" y="39038"/>
                  </a:lnTo>
                  <a:cubicBezTo>
                    <a:pt x="17523" y="40147"/>
                    <a:pt x="16747" y="41312"/>
                    <a:pt x="16026" y="42476"/>
                  </a:cubicBezTo>
                  <a:lnTo>
                    <a:pt x="15860" y="42809"/>
                  </a:lnTo>
                  <a:cubicBezTo>
                    <a:pt x="15139" y="44029"/>
                    <a:pt x="14473" y="45249"/>
                    <a:pt x="13808" y="46469"/>
                  </a:cubicBezTo>
                  <a:lnTo>
                    <a:pt x="13641" y="46801"/>
                  </a:lnTo>
                  <a:cubicBezTo>
                    <a:pt x="12976" y="48077"/>
                    <a:pt x="12366" y="49297"/>
                    <a:pt x="11812" y="50572"/>
                  </a:cubicBezTo>
                  <a:cubicBezTo>
                    <a:pt x="11756" y="50683"/>
                    <a:pt x="11701" y="50794"/>
                    <a:pt x="11645" y="50960"/>
                  </a:cubicBezTo>
                  <a:cubicBezTo>
                    <a:pt x="11091" y="52180"/>
                    <a:pt x="10536" y="53455"/>
                    <a:pt x="10037" y="54786"/>
                  </a:cubicBezTo>
                  <a:lnTo>
                    <a:pt x="9926" y="55174"/>
                  </a:lnTo>
                  <a:cubicBezTo>
                    <a:pt x="9427" y="56450"/>
                    <a:pt x="8984" y="57781"/>
                    <a:pt x="8540" y="59111"/>
                  </a:cubicBezTo>
                  <a:lnTo>
                    <a:pt x="8374" y="59500"/>
                  </a:lnTo>
                  <a:cubicBezTo>
                    <a:pt x="7985" y="60830"/>
                    <a:pt x="7653" y="62161"/>
                    <a:pt x="7265" y="63492"/>
                  </a:cubicBezTo>
                  <a:cubicBezTo>
                    <a:pt x="7265" y="63603"/>
                    <a:pt x="7209" y="63769"/>
                    <a:pt x="7209" y="63880"/>
                  </a:cubicBezTo>
                  <a:cubicBezTo>
                    <a:pt x="6876" y="65211"/>
                    <a:pt x="6599" y="66597"/>
                    <a:pt x="6322" y="67928"/>
                  </a:cubicBezTo>
                  <a:lnTo>
                    <a:pt x="6266" y="68372"/>
                  </a:lnTo>
                  <a:cubicBezTo>
                    <a:pt x="5989" y="69703"/>
                    <a:pt x="5823" y="71089"/>
                    <a:pt x="5601" y="72475"/>
                  </a:cubicBezTo>
                  <a:cubicBezTo>
                    <a:pt x="5601" y="72586"/>
                    <a:pt x="5601" y="72752"/>
                    <a:pt x="5601" y="72863"/>
                  </a:cubicBezTo>
                  <a:cubicBezTo>
                    <a:pt x="5435" y="74250"/>
                    <a:pt x="5268" y="75636"/>
                    <a:pt x="5213" y="77022"/>
                  </a:cubicBezTo>
                  <a:lnTo>
                    <a:pt x="5213" y="77466"/>
                  </a:lnTo>
                  <a:cubicBezTo>
                    <a:pt x="5157" y="78519"/>
                    <a:pt x="5102" y="79573"/>
                    <a:pt x="5047" y="80626"/>
                  </a:cubicBezTo>
                  <a:lnTo>
                    <a:pt x="2052" y="81126"/>
                  </a:lnTo>
                  <a:cubicBezTo>
                    <a:pt x="2108" y="79850"/>
                    <a:pt x="2163" y="78575"/>
                    <a:pt x="2219" y="77244"/>
                  </a:cubicBezTo>
                  <a:lnTo>
                    <a:pt x="2219" y="76856"/>
                  </a:lnTo>
                  <a:cubicBezTo>
                    <a:pt x="2329" y="75414"/>
                    <a:pt x="2440" y="73972"/>
                    <a:pt x="2607" y="72531"/>
                  </a:cubicBezTo>
                  <a:cubicBezTo>
                    <a:pt x="2607" y="72420"/>
                    <a:pt x="2607" y="72253"/>
                    <a:pt x="2662" y="72142"/>
                  </a:cubicBezTo>
                  <a:cubicBezTo>
                    <a:pt x="2829" y="70701"/>
                    <a:pt x="3050" y="69259"/>
                    <a:pt x="3328" y="67873"/>
                  </a:cubicBezTo>
                  <a:lnTo>
                    <a:pt x="3383" y="67429"/>
                  </a:lnTo>
                  <a:cubicBezTo>
                    <a:pt x="3660" y="66043"/>
                    <a:pt x="3938" y="64601"/>
                    <a:pt x="4326" y="63215"/>
                  </a:cubicBezTo>
                  <a:cubicBezTo>
                    <a:pt x="4326" y="63048"/>
                    <a:pt x="4381" y="62938"/>
                    <a:pt x="4381" y="62827"/>
                  </a:cubicBezTo>
                  <a:cubicBezTo>
                    <a:pt x="4769" y="61440"/>
                    <a:pt x="5157" y="60054"/>
                    <a:pt x="5546" y="58668"/>
                  </a:cubicBezTo>
                  <a:cubicBezTo>
                    <a:pt x="5601" y="58501"/>
                    <a:pt x="5657" y="58391"/>
                    <a:pt x="5657" y="58280"/>
                  </a:cubicBezTo>
                  <a:cubicBezTo>
                    <a:pt x="6100" y="56893"/>
                    <a:pt x="6599" y="55507"/>
                    <a:pt x="7043" y="54176"/>
                  </a:cubicBezTo>
                  <a:lnTo>
                    <a:pt x="7209" y="53788"/>
                  </a:lnTo>
                  <a:cubicBezTo>
                    <a:pt x="7708" y="52402"/>
                    <a:pt x="8263" y="51071"/>
                    <a:pt x="8873" y="49796"/>
                  </a:cubicBezTo>
                  <a:lnTo>
                    <a:pt x="9039" y="49407"/>
                  </a:lnTo>
                  <a:cubicBezTo>
                    <a:pt x="9594" y="48077"/>
                    <a:pt x="10259" y="46746"/>
                    <a:pt x="10924" y="45470"/>
                  </a:cubicBezTo>
                  <a:cubicBezTo>
                    <a:pt x="10980" y="45360"/>
                    <a:pt x="11035" y="45249"/>
                    <a:pt x="11091" y="45138"/>
                  </a:cubicBezTo>
                  <a:cubicBezTo>
                    <a:pt x="11812" y="43862"/>
                    <a:pt x="12477" y="42587"/>
                    <a:pt x="13198" y="41367"/>
                  </a:cubicBezTo>
                  <a:lnTo>
                    <a:pt x="13420" y="40979"/>
                  </a:lnTo>
                  <a:cubicBezTo>
                    <a:pt x="14141" y="39759"/>
                    <a:pt x="14917" y="38539"/>
                    <a:pt x="15749" y="37375"/>
                  </a:cubicBezTo>
                  <a:lnTo>
                    <a:pt x="15970" y="36986"/>
                  </a:lnTo>
                  <a:cubicBezTo>
                    <a:pt x="16802" y="35822"/>
                    <a:pt x="17634" y="34657"/>
                    <a:pt x="18521" y="33493"/>
                  </a:cubicBezTo>
                  <a:lnTo>
                    <a:pt x="18798" y="33160"/>
                  </a:lnTo>
                  <a:cubicBezTo>
                    <a:pt x="19741" y="32051"/>
                    <a:pt x="20684" y="30887"/>
                    <a:pt x="21626" y="29833"/>
                  </a:cubicBezTo>
                  <a:lnTo>
                    <a:pt x="21904" y="29500"/>
                  </a:lnTo>
                  <a:cubicBezTo>
                    <a:pt x="22846" y="28447"/>
                    <a:pt x="23844" y="27393"/>
                    <a:pt x="24843" y="26340"/>
                  </a:cubicBezTo>
                  <a:lnTo>
                    <a:pt x="25120" y="26063"/>
                  </a:lnTo>
                  <a:cubicBezTo>
                    <a:pt x="26173" y="25009"/>
                    <a:pt x="27227" y="24011"/>
                    <a:pt x="28281" y="23068"/>
                  </a:cubicBezTo>
                  <a:cubicBezTo>
                    <a:pt x="28336" y="22957"/>
                    <a:pt x="28447" y="22846"/>
                    <a:pt x="28558" y="22791"/>
                  </a:cubicBezTo>
                  <a:cubicBezTo>
                    <a:pt x="29667" y="21793"/>
                    <a:pt x="30720" y="20906"/>
                    <a:pt x="31885" y="20018"/>
                  </a:cubicBezTo>
                  <a:lnTo>
                    <a:pt x="32218" y="19741"/>
                  </a:lnTo>
                  <a:cubicBezTo>
                    <a:pt x="33327" y="18854"/>
                    <a:pt x="34491" y="17967"/>
                    <a:pt x="35656" y="17135"/>
                  </a:cubicBezTo>
                  <a:lnTo>
                    <a:pt x="35988" y="16913"/>
                  </a:lnTo>
                  <a:cubicBezTo>
                    <a:pt x="37208" y="16081"/>
                    <a:pt x="38373" y="15250"/>
                    <a:pt x="39593" y="14473"/>
                  </a:cubicBezTo>
                  <a:lnTo>
                    <a:pt x="39981" y="14251"/>
                  </a:lnTo>
                  <a:cubicBezTo>
                    <a:pt x="41201" y="13531"/>
                    <a:pt x="42421" y="12810"/>
                    <a:pt x="43696" y="12089"/>
                  </a:cubicBezTo>
                  <a:lnTo>
                    <a:pt x="44084" y="11922"/>
                  </a:lnTo>
                  <a:cubicBezTo>
                    <a:pt x="45359" y="11202"/>
                    <a:pt x="46635" y="10592"/>
                    <a:pt x="47910" y="9982"/>
                  </a:cubicBezTo>
                  <a:lnTo>
                    <a:pt x="48298" y="9760"/>
                  </a:lnTo>
                  <a:cubicBezTo>
                    <a:pt x="49629" y="9150"/>
                    <a:pt x="50960" y="8595"/>
                    <a:pt x="52291" y="8041"/>
                  </a:cubicBezTo>
                  <a:lnTo>
                    <a:pt x="52679" y="7930"/>
                  </a:lnTo>
                  <a:cubicBezTo>
                    <a:pt x="54010" y="7375"/>
                    <a:pt x="55341" y="6876"/>
                    <a:pt x="56727" y="6433"/>
                  </a:cubicBezTo>
                  <a:lnTo>
                    <a:pt x="57503" y="6211"/>
                  </a:lnTo>
                  <a:cubicBezTo>
                    <a:pt x="58890" y="5767"/>
                    <a:pt x="60276" y="5324"/>
                    <a:pt x="61662" y="4991"/>
                  </a:cubicBezTo>
                  <a:lnTo>
                    <a:pt x="62050" y="4880"/>
                  </a:lnTo>
                  <a:cubicBezTo>
                    <a:pt x="63437" y="4547"/>
                    <a:pt x="64878" y="4215"/>
                    <a:pt x="66265" y="3938"/>
                  </a:cubicBezTo>
                  <a:lnTo>
                    <a:pt x="66708" y="3827"/>
                  </a:lnTo>
                  <a:cubicBezTo>
                    <a:pt x="68094" y="3605"/>
                    <a:pt x="69536" y="3328"/>
                    <a:pt x="70978" y="3161"/>
                  </a:cubicBezTo>
                  <a:lnTo>
                    <a:pt x="71366" y="3106"/>
                  </a:lnTo>
                  <a:cubicBezTo>
                    <a:pt x="72808" y="2939"/>
                    <a:pt x="74249" y="2773"/>
                    <a:pt x="75691" y="2662"/>
                  </a:cubicBezTo>
                  <a:lnTo>
                    <a:pt x="76079" y="2662"/>
                  </a:lnTo>
                  <a:cubicBezTo>
                    <a:pt x="77299" y="2551"/>
                    <a:pt x="78519" y="2496"/>
                    <a:pt x="79739" y="2496"/>
                  </a:cubicBezTo>
                  <a:close/>
                  <a:moveTo>
                    <a:pt x="70922" y="70479"/>
                  </a:moveTo>
                  <a:lnTo>
                    <a:pt x="81683" y="82012"/>
                  </a:lnTo>
                  <a:lnTo>
                    <a:pt x="81683" y="82012"/>
                  </a:lnTo>
                  <a:lnTo>
                    <a:pt x="1165" y="81514"/>
                  </a:lnTo>
                  <a:lnTo>
                    <a:pt x="62050" y="71865"/>
                  </a:lnTo>
                  <a:lnTo>
                    <a:pt x="70922" y="70479"/>
                  </a:lnTo>
                  <a:close/>
                  <a:moveTo>
                    <a:pt x="80072" y="1220"/>
                  </a:moveTo>
                  <a:lnTo>
                    <a:pt x="90996" y="63492"/>
                  </a:lnTo>
                  <a:lnTo>
                    <a:pt x="92049" y="69592"/>
                  </a:lnTo>
                  <a:lnTo>
                    <a:pt x="81735" y="82013"/>
                  </a:lnTo>
                  <a:lnTo>
                    <a:pt x="81735" y="82040"/>
                  </a:lnTo>
                  <a:lnTo>
                    <a:pt x="81734" y="82014"/>
                  </a:lnTo>
                  <a:lnTo>
                    <a:pt x="81735" y="82013"/>
                  </a:lnTo>
                  <a:lnTo>
                    <a:pt x="81734" y="82013"/>
                  </a:lnTo>
                  <a:lnTo>
                    <a:pt x="81734" y="82013"/>
                  </a:lnTo>
                  <a:lnTo>
                    <a:pt x="80072" y="1220"/>
                  </a:lnTo>
                  <a:close/>
                  <a:moveTo>
                    <a:pt x="161807" y="78797"/>
                  </a:moveTo>
                  <a:lnTo>
                    <a:pt x="98593" y="92216"/>
                  </a:lnTo>
                  <a:lnTo>
                    <a:pt x="92105" y="93602"/>
                  </a:lnTo>
                  <a:lnTo>
                    <a:pt x="81957" y="81791"/>
                  </a:lnTo>
                  <a:lnTo>
                    <a:pt x="161807" y="78797"/>
                  </a:lnTo>
                  <a:close/>
                  <a:moveTo>
                    <a:pt x="51515" y="89831"/>
                  </a:moveTo>
                  <a:lnTo>
                    <a:pt x="63048" y="91717"/>
                  </a:lnTo>
                  <a:lnTo>
                    <a:pt x="56561" y="100423"/>
                  </a:lnTo>
                  <a:cubicBezTo>
                    <a:pt x="54232" y="97262"/>
                    <a:pt x="52513" y="93658"/>
                    <a:pt x="51515" y="89831"/>
                  </a:cubicBezTo>
                  <a:close/>
                  <a:moveTo>
                    <a:pt x="112012" y="89610"/>
                  </a:moveTo>
                  <a:lnTo>
                    <a:pt x="112012" y="89610"/>
                  </a:lnTo>
                  <a:cubicBezTo>
                    <a:pt x="110847" y="94267"/>
                    <a:pt x="108629" y="98593"/>
                    <a:pt x="105524" y="102252"/>
                  </a:cubicBezTo>
                  <a:lnTo>
                    <a:pt x="98870" y="92382"/>
                  </a:lnTo>
                  <a:lnTo>
                    <a:pt x="112012" y="89610"/>
                  </a:lnTo>
                  <a:close/>
                  <a:moveTo>
                    <a:pt x="63492" y="91772"/>
                  </a:moveTo>
                  <a:lnTo>
                    <a:pt x="70534" y="92881"/>
                  </a:lnTo>
                  <a:lnTo>
                    <a:pt x="49075" y="111069"/>
                  </a:lnTo>
                  <a:lnTo>
                    <a:pt x="63492" y="91772"/>
                  </a:lnTo>
                  <a:close/>
                  <a:moveTo>
                    <a:pt x="71810" y="100811"/>
                  </a:moveTo>
                  <a:lnTo>
                    <a:pt x="73307" y="112067"/>
                  </a:lnTo>
                  <a:cubicBezTo>
                    <a:pt x="68982" y="110847"/>
                    <a:pt x="64989" y="108685"/>
                    <a:pt x="61551" y="105801"/>
                  </a:cubicBezTo>
                  <a:lnTo>
                    <a:pt x="71810" y="100811"/>
                  </a:lnTo>
                  <a:close/>
                  <a:moveTo>
                    <a:pt x="91051" y="100755"/>
                  </a:moveTo>
                  <a:lnTo>
                    <a:pt x="100866" y="106633"/>
                  </a:lnTo>
                  <a:cubicBezTo>
                    <a:pt x="97317" y="109350"/>
                    <a:pt x="93325" y="111291"/>
                    <a:pt x="88999" y="112345"/>
                  </a:cubicBezTo>
                  <a:lnTo>
                    <a:pt x="91051" y="100755"/>
                  </a:lnTo>
                  <a:close/>
                  <a:moveTo>
                    <a:pt x="36210" y="87336"/>
                  </a:moveTo>
                  <a:lnTo>
                    <a:pt x="49518" y="89499"/>
                  </a:lnTo>
                  <a:cubicBezTo>
                    <a:pt x="50572" y="93990"/>
                    <a:pt x="52568" y="98260"/>
                    <a:pt x="55396" y="101975"/>
                  </a:cubicBezTo>
                  <a:lnTo>
                    <a:pt x="47578" y="112455"/>
                  </a:lnTo>
                  <a:cubicBezTo>
                    <a:pt x="41312" y="105469"/>
                    <a:pt x="37319" y="96707"/>
                    <a:pt x="36210" y="87336"/>
                  </a:cubicBezTo>
                  <a:close/>
                  <a:moveTo>
                    <a:pt x="92216" y="93990"/>
                  </a:moveTo>
                  <a:lnTo>
                    <a:pt x="111956" y="112844"/>
                  </a:lnTo>
                  <a:lnTo>
                    <a:pt x="111956" y="112844"/>
                  </a:lnTo>
                  <a:lnTo>
                    <a:pt x="91107" y="100367"/>
                  </a:lnTo>
                  <a:lnTo>
                    <a:pt x="92216" y="93990"/>
                  </a:lnTo>
                  <a:close/>
                  <a:moveTo>
                    <a:pt x="59777" y="106689"/>
                  </a:moveTo>
                  <a:cubicBezTo>
                    <a:pt x="63714" y="110182"/>
                    <a:pt x="68427" y="112733"/>
                    <a:pt x="73529" y="114064"/>
                  </a:cubicBezTo>
                  <a:lnTo>
                    <a:pt x="73584" y="114064"/>
                  </a:lnTo>
                  <a:lnTo>
                    <a:pt x="75303" y="127261"/>
                  </a:lnTo>
                  <a:cubicBezTo>
                    <a:pt x="64656" y="125708"/>
                    <a:pt x="54897" y="120551"/>
                    <a:pt x="47688" y="112566"/>
                  </a:cubicBezTo>
                  <a:lnTo>
                    <a:pt x="59777" y="106689"/>
                  </a:lnTo>
                  <a:close/>
                  <a:moveTo>
                    <a:pt x="127372" y="86338"/>
                  </a:moveTo>
                  <a:lnTo>
                    <a:pt x="127372" y="86338"/>
                  </a:lnTo>
                  <a:cubicBezTo>
                    <a:pt x="125209" y="108075"/>
                    <a:pt x="108075" y="125265"/>
                    <a:pt x="86338" y="127483"/>
                  </a:cubicBezTo>
                  <a:lnTo>
                    <a:pt x="88667" y="114341"/>
                  </a:lnTo>
                  <a:cubicBezTo>
                    <a:pt x="93768" y="113232"/>
                    <a:pt x="98482" y="110958"/>
                    <a:pt x="102530" y="107631"/>
                  </a:cubicBezTo>
                  <a:lnTo>
                    <a:pt x="102530" y="107687"/>
                  </a:lnTo>
                  <a:lnTo>
                    <a:pt x="113620" y="114285"/>
                  </a:lnTo>
                  <a:lnTo>
                    <a:pt x="113121" y="113564"/>
                  </a:lnTo>
                  <a:lnTo>
                    <a:pt x="106577" y="103805"/>
                  </a:lnTo>
                  <a:cubicBezTo>
                    <a:pt x="110237" y="99646"/>
                    <a:pt x="112788" y="94600"/>
                    <a:pt x="114008" y="89166"/>
                  </a:cubicBezTo>
                  <a:lnTo>
                    <a:pt x="127372" y="86338"/>
                  </a:lnTo>
                  <a:close/>
                  <a:moveTo>
                    <a:pt x="5767" y="82401"/>
                  </a:moveTo>
                  <a:lnTo>
                    <a:pt x="35489" y="87225"/>
                  </a:lnTo>
                  <a:cubicBezTo>
                    <a:pt x="37984" y="108297"/>
                    <a:pt x="54398" y="125043"/>
                    <a:pt x="75414" y="127926"/>
                  </a:cubicBezTo>
                  <a:lnTo>
                    <a:pt x="75414" y="127982"/>
                  </a:lnTo>
                  <a:lnTo>
                    <a:pt x="79351" y="157925"/>
                  </a:lnTo>
                  <a:cubicBezTo>
                    <a:pt x="38539" y="156595"/>
                    <a:pt x="6045" y="123268"/>
                    <a:pt x="5767" y="82401"/>
                  </a:cubicBezTo>
                  <a:close/>
                  <a:moveTo>
                    <a:pt x="157648" y="79961"/>
                  </a:moveTo>
                  <a:cubicBezTo>
                    <a:pt x="157648" y="80626"/>
                    <a:pt x="157648" y="81347"/>
                    <a:pt x="157648" y="82068"/>
                  </a:cubicBezTo>
                  <a:cubicBezTo>
                    <a:pt x="157592" y="123934"/>
                    <a:pt x="123601" y="157870"/>
                    <a:pt x="81735" y="157925"/>
                  </a:cubicBezTo>
                  <a:lnTo>
                    <a:pt x="80959" y="157925"/>
                  </a:lnTo>
                  <a:lnTo>
                    <a:pt x="86171" y="128148"/>
                  </a:lnTo>
                  <a:cubicBezTo>
                    <a:pt x="108407" y="125986"/>
                    <a:pt x="125985" y="108352"/>
                    <a:pt x="128092" y="86172"/>
                  </a:cubicBezTo>
                  <a:lnTo>
                    <a:pt x="157648" y="79961"/>
                  </a:lnTo>
                  <a:close/>
                  <a:moveTo>
                    <a:pt x="2219" y="81791"/>
                  </a:moveTo>
                  <a:lnTo>
                    <a:pt x="5213" y="82290"/>
                  </a:lnTo>
                  <a:lnTo>
                    <a:pt x="5213" y="82345"/>
                  </a:lnTo>
                  <a:cubicBezTo>
                    <a:pt x="5213" y="83732"/>
                    <a:pt x="5268" y="85118"/>
                    <a:pt x="5324" y="86504"/>
                  </a:cubicBezTo>
                  <a:lnTo>
                    <a:pt x="5324" y="86948"/>
                  </a:lnTo>
                  <a:cubicBezTo>
                    <a:pt x="5435" y="88334"/>
                    <a:pt x="5546" y="89720"/>
                    <a:pt x="5712" y="91107"/>
                  </a:cubicBezTo>
                  <a:cubicBezTo>
                    <a:pt x="5712" y="91218"/>
                    <a:pt x="5712" y="91384"/>
                    <a:pt x="5767" y="91495"/>
                  </a:cubicBezTo>
                  <a:cubicBezTo>
                    <a:pt x="5934" y="92881"/>
                    <a:pt x="6156" y="94267"/>
                    <a:pt x="6377" y="95598"/>
                  </a:cubicBezTo>
                  <a:lnTo>
                    <a:pt x="6433" y="96042"/>
                  </a:lnTo>
                  <a:cubicBezTo>
                    <a:pt x="6710" y="97428"/>
                    <a:pt x="6987" y="98759"/>
                    <a:pt x="7320" y="100090"/>
                  </a:cubicBezTo>
                  <a:cubicBezTo>
                    <a:pt x="7320" y="100201"/>
                    <a:pt x="7375" y="100367"/>
                    <a:pt x="7431" y="100478"/>
                  </a:cubicBezTo>
                  <a:cubicBezTo>
                    <a:pt x="7764" y="101809"/>
                    <a:pt x="8096" y="103140"/>
                    <a:pt x="8540" y="104470"/>
                  </a:cubicBezTo>
                  <a:lnTo>
                    <a:pt x="8651" y="104859"/>
                  </a:lnTo>
                  <a:cubicBezTo>
                    <a:pt x="9094" y="106189"/>
                    <a:pt x="9538" y="107520"/>
                    <a:pt x="10037" y="108796"/>
                  </a:cubicBezTo>
                  <a:lnTo>
                    <a:pt x="10203" y="109184"/>
                  </a:lnTo>
                  <a:cubicBezTo>
                    <a:pt x="10703" y="110515"/>
                    <a:pt x="11202" y="111790"/>
                    <a:pt x="11756" y="113010"/>
                  </a:cubicBezTo>
                  <a:cubicBezTo>
                    <a:pt x="11812" y="113176"/>
                    <a:pt x="11867" y="113287"/>
                    <a:pt x="11922" y="113398"/>
                  </a:cubicBezTo>
                  <a:cubicBezTo>
                    <a:pt x="12532" y="114674"/>
                    <a:pt x="13087" y="115893"/>
                    <a:pt x="13752" y="117169"/>
                  </a:cubicBezTo>
                  <a:lnTo>
                    <a:pt x="13919" y="117502"/>
                  </a:lnTo>
                  <a:cubicBezTo>
                    <a:pt x="14584" y="118721"/>
                    <a:pt x="15250" y="119941"/>
                    <a:pt x="15970" y="121161"/>
                  </a:cubicBezTo>
                  <a:lnTo>
                    <a:pt x="16192" y="121494"/>
                  </a:lnTo>
                  <a:cubicBezTo>
                    <a:pt x="16913" y="122658"/>
                    <a:pt x="17634" y="123823"/>
                    <a:pt x="18410" y="124932"/>
                  </a:cubicBezTo>
                  <a:lnTo>
                    <a:pt x="18632" y="125320"/>
                  </a:lnTo>
                  <a:cubicBezTo>
                    <a:pt x="19464" y="126429"/>
                    <a:pt x="20240" y="127538"/>
                    <a:pt x="21127" y="128647"/>
                  </a:cubicBezTo>
                  <a:lnTo>
                    <a:pt x="21349" y="128980"/>
                  </a:lnTo>
                  <a:cubicBezTo>
                    <a:pt x="22181" y="130089"/>
                    <a:pt x="23068" y="131143"/>
                    <a:pt x="24011" y="132196"/>
                  </a:cubicBezTo>
                  <a:lnTo>
                    <a:pt x="24288" y="132473"/>
                  </a:lnTo>
                  <a:cubicBezTo>
                    <a:pt x="25175" y="133527"/>
                    <a:pt x="26118" y="134580"/>
                    <a:pt x="27116" y="135523"/>
                  </a:cubicBezTo>
                  <a:lnTo>
                    <a:pt x="27393" y="135856"/>
                  </a:lnTo>
                  <a:cubicBezTo>
                    <a:pt x="28336" y="136799"/>
                    <a:pt x="29334" y="137797"/>
                    <a:pt x="30388" y="138739"/>
                  </a:cubicBezTo>
                  <a:lnTo>
                    <a:pt x="30720" y="139017"/>
                  </a:lnTo>
                  <a:cubicBezTo>
                    <a:pt x="31719" y="139904"/>
                    <a:pt x="32772" y="140791"/>
                    <a:pt x="33881" y="141678"/>
                  </a:cubicBezTo>
                  <a:lnTo>
                    <a:pt x="34158" y="141955"/>
                  </a:lnTo>
                  <a:cubicBezTo>
                    <a:pt x="35267" y="142787"/>
                    <a:pt x="36376" y="143619"/>
                    <a:pt x="37485" y="144451"/>
                  </a:cubicBezTo>
                  <a:lnTo>
                    <a:pt x="37818" y="144673"/>
                  </a:lnTo>
                  <a:cubicBezTo>
                    <a:pt x="38983" y="145449"/>
                    <a:pt x="40147" y="146225"/>
                    <a:pt x="41312" y="146946"/>
                  </a:cubicBezTo>
                  <a:lnTo>
                    <a:pt x="41644" y="147168"/>
                  </a:lnTo>
                  <a:cubicBezTo>
                    <a:pt x="42809" y="147944"/>
                    <a:pt x="44029" y="148610"/>
                    <a:pt x="45249" y="149275"/>
                  </a:cubicBezTo>
                  <a:lnTo>
                    <a:pt x="45581" y="149497"/>
                  </a:lnTo>
                  <a:cubicBezTo>
                    <a:pt x="46801" y="150107"/>
                    <a:pt x="48077" y="150772"/>
                    <a:pt x="49296" y="151327"/>
                  </a:cubicBezTo>
                  <a:lnTo>
                    <a:pt x="49685" y="151493"/>
                  </a:lnTo>
                  <a:cubicBezTo>
                    <a:pt x="50960" y="152103"/>
                    <a:pt x="52235" y="152658"/>
                    <a:pt x="53511" y="153157"/>
                  </a:cubicBezTo>
                  <a:lnTo>
                    <a:pt x="53899" y="153323"/>
                  </a:lnTo>
                  <a:cubicBezTo>
                    <a:pt x="55174" y="153822"/>
                    <a:pt x="56450" y="154266"/>
                    <a:pt x="57781" y="154709"/>
                  </a:cubicBezTo>
                  <a:lnTo>
                    <a:pt x="58557" y="154931"/>
                  </a:lnTo>
                  <a:cubicBezTo>
                    <a:pt x="59832" y="155375"/>
                    <a:pt x="61163" y="155763"/>
                    <a:pt x="62494" y="156096"/>
                  </a:cubicBezTo>
                  <a:lnTo>
                    <a:pt x="62937" y="156206"/>
                  </a:lnTo>
                  <a:cubicBezTo>
                    <a:pt x="64268" y="156539"/>
                    <a:pt x="65599" y="156872"/>
                    <a:pt x="66985" y="157094"/>
                  </a:cubicBezTo>
                  <a:lnTo>
                    <a:pt x="67374" y="157205"/>
                  </a:lnTo>
                  <a:cubicBezTo>
                    <a:pt x="68704" y="157426"/>
                    <a:pt x="70091" y="157704"/>
                    <a:pt x="71477" y="157870"/>
                  </a:cubicBezTo>
                  <a:lnTo>
                    <a:pt x="71865" y="157925"/>
                  </a:lnTo>
                  <a:cubicBezTo>
                    <a:pt x="73251" y="158147"/>
                    <a:pt x="74638" y="158258"/>
                    <a:pt x="76024" y="158369"/>
                  </a:cubicBezTo>
                  <a:lnTo>
                    <a:pt x="76468" y="158369"/>
                  </a:lnTo>
                  <a:cubicBezTo>
                    <a:pt x="77521" y="158424"/>
                    <a:pt x="78519" y="158480"/>
                    <a:pt x="79573" y="158535"/>
                  </a:cubicBezTo>
                  <a:lnTo>
                    <a:pt x="79961" y="161530"/>
                  </a:lnTo>
                  <a:cubicBezTo>
                    <a:pt x="79589" y="161545"/>
                    <a:pt x="79226" y="161552"/>
                    <a:pt x="78869" y="161552"/>
                  </a:cubicBezTo>
                  <a:cubicBezTo>
                    <a:pt x="77895" y="161552"/>
                    <a:pt x="76972" y="161500"/>
                    <a:pt x="76079" y="161419"/>
                  </a:cubicBezTo>
                  <a:lnTo>
                    <a:pt x="76079" y="161474"/>
                  </a:lnTo>
                  <a:lnTo>
                    <a:pt x="75691" y="161474"/>
                  </a:lnTo>
                  <a:cubicBezTo>
                    <a:pt x="74249" y="161363"/>
                    <a:pt x="72808" y="161197"/>
                    <a:pt x="71366" y="161031"/>
                  </a:cubicBezTo>
                  <a:lnTo>
                    <a:pt x="70978" y="160975"/>
                  </a:lnTo>
                  <a:cubicBezTo>
                    <a:pt x="69536" y="160753"/>
                    <a:pt x="68094" y="160532"/>
                    <a:pt x="66708" y="160254"/>
                  </a:cubicBezTo>
                  <a:lnTo>
                    <a:pt x="66265" y="160199"/>
                  </a:lnTo>
                  <a:cubicBezTo>
                    <a:pt x="64878" y="159922"/>
                    <a:pt x="63437" y="159589"/>
                    <a:pt x="62050" y="159201"/>
                  </a:cubicBezTo>
                  <a:lnTo>
                    <a:pt x="61662" y="159145"/>
                  </a:lnTo>
                  <a:cubicBezTo>
                    <a:pt x="60276" y="158757"/>
                    <a:pt x="58890" y="158369"/>
                    <a:pt x="57503" y="157925"/>
                  </a:cubicBezTo>
                  <a:lnTo>
                    <a:pt x="56727" y="157648"/>
                  </a:lnTo>
                  <a:cubicBezTo>
                    <a:pt x="55341" y="157205"/>
                    <a:pt x="54010" y="156706"/>
                    <a:pt x="52679" y="156206"/>
                  </a:cubicBezTo>
                  <a:lnTo>
                    <a:pt x="52291" y="156040"/>
                  </a:lnTo>
                  <a:cubicBezTo>
                    <a:pt x="50960" y="155486"/>
                    <a:pt x="49629" y="154931"/>
                    <a:pt x="48298" y="154321"/>
                  </a:cubicBezTo>
                  <a:lnTo>
                    <a:pt x="47910" y="154155"/>
                  </a:lnTo>
                  <a:cubicBezTo>
                    <a:pt x="46635" y="153545"/>
                    <a:pt x="45304" y="152879"/>
                    <a:pt x="44084" y="152214"/>
                  </a:cubicBezTo>
                  <a:lnTo>
                    <a:pt x="43696" y="151992"/>
                  </a:lnTo>
                  <a:cubicBezTo>
                    <a:pt x="42421" y="151327"/>
                    <a:pt x="41201" y="150606"/>
                    <a:pt x="39981" y="149830"/>
                  </a:cubicBezTo>
                  <a:lnTo>
                    <a:pt x="39593" y="149608"/>
                  </a:lnTo>
                  <a:cubicBezTo>
                    <a:pt x="38373" y="148831"/>
                    <a:pt x="37153" y="148055"/>
                    <a:pt x="35988" y="147223"/>
                  </a:cubicBezTo>
                  <a:lnTo>
                    <a:pt x="35656" y="147002"/>
                  </a:lnTo>
                  <a:cubicBezTo>
                    <a:pt x="34491" y="146114"/>
                    <a:pt x="33327" y="145283"/>
                    <a:pt x="32162" y="144340"/>
                  </a:cubicBezTo>
                  <a:lnTo>
                    <a:pt x="31885" y="144118"/>
                  </a:lnTo>
                  <a:cubicBezTo>
                    <a:pt x="30720" y="143175"/>
                    <a:pt x="29611" y="142288"/>
                    <a:pt x="28558" y="141290"/>
                  </a:cubicBezTo>
                  <a:lnTo>
                    <a:pt x="28281" y="141013"/>
                  </a:lnTo>
                  <a:cubicBezTo>
                    <a:pt x="27172" y="140070"/>
                    <a:pt x="26173" y="139072"/>
                    <a:pt x="25120" y="138018"/>
                  </a:cubicBezTo>
                  <a:lnTo>
                    <a:pt x="24843" y="137741"/>
                  </a:lnTo>
                  <a:cubicBezTo>
                    <a:pt x="23844" y="136688"/>
                    <a:pt x="22846" y="135634"/>
                    <a:pt x="21904" y="134580"/>
                  </a:cubicBezTo>
                  <a:lnTo>
                    <a:pt x="21626" y="134248"/>
                  </a:lnTo>
                  <a:cubicBezTo>
                    <a:pt x="20684" y="133139"/>
                    <a:pt x="19741" y="132030"/>
                    <a:pt x="18854" y="130921"/>
                  </a:cubicBezTo>
                  <a:lnTo>
                    <a:pt x="18577" y="130588"/>
                  </a:lnTo>
                  <a:cubicBezTo>
                    <a:pt x="17689" y="129424"/>
                    <a:pt x="16858" y="128259"/>
                    <a:pt x="16026" y="127095"/>
                  </a:cubicBezTo>
                  <a:lnTo>
                    <a:pt x="15804" y="126762"/>
                  </a:lnTo>
                  <a:cubicBezTo>
                    <a:pt x="15028" y="125597"/>
                    <a:pt x="14196" y="124377"/>
                    <a:pt x="13475" y="123102"/>
                  </a:cubicBezTo>
                  <a:lnTo>
                    <a:pt x="13309" y="122714"/>
                  </a:lnTo>
                  <a:cubicBezTo>
                    <a:pt x="12588" y="121439"/>
                    <a:pt x="11867" y="120219"/>
                    <a:pt x="11257" y="118888"/>
                  </a:cubicBezTo>
                  <a:cubicBezTo>
                    <a:pt x="11146" y="118777"/>
                    <a:pt x="11091" y="118666"/>
                    <a:pt x="11035" y="118555"/>
                  </a:cubicBezTo>
                  <a:cubicBezTo>
                    <a:pt x="10370" y="117280"/>
                    <a:pt x="9760" y="115949"/>
                    <a:pt x="9150" y="114674"/>
                  </a:cubicBezTo>
                  <a:lnTo>
                    <a:pt x="8984" y="114285"/>
                  </a:lnTo>
                  <a:cubicBezTo>
                    <a:pt x="8374" y="112955"/>
                    <a:pt x="7819" y="111624"/>
                    <a:pt x="7320" y="110293"/>
                  </a:cubicBezTo>
                  <a:lnTo>
                    <a:pt x="7209" y="109905"/>
                  </a:lnTo>
                  <a:cubicBezTo>
                    <a:pt x="6655" y="108518"/>
                    <a:pt x="6211" y="107188"/>
                    <a:pt x="5823" y="105801"/>
                  </a:cubicBezTo>
                  <a:cubicBezTo>
                    <a:pt x="5767" y="105635"/>
                    <a:pt x="5712" y="105524"/>
                    <a:pt x="5657" y="105413"/>
                  </a:cubicBezTo>
                  <a:cubicBezTo>
                    <a:pt x="5268" y="104027"/>
                    <a:pt x="4880" y="102641"/>
                    <a:pt x="4492" y="101254"/>
                  </a:cubicBezTo>
                  <a:cubicBezTo>
                    <a:pt x="4492" y="101088"/>
                    <a:pt x="4437" y="100977"/>
                    <a:pt x="4437" y="100811"/>
                  </a:cubicBezTo>
                  <a:cubicBezTo>
                    <a:pt x="4104" y="99424"/>
                    <a:pt x="3771" y="98038"/>
                    <a:pt x="3494" y="96596"/>
                  </a:cubicBezTo>
                  <a:lnTo>
                    <a:pt x="3438" y="96153"/>
                  </a:lnTo>
                  <a:cubicBezTo>
                    <a:pt x="3161" y="94767"/>
                    <a:pt x="2939" y="93325"/>
                    <a:pt x="2773" y="91883"/>
                  </a:cubicBezTo>
                  <a:cubicBezTo>
                    <a:pt x="2773" y="91772"/>
                    <a:pt x="2773" y="91606"/>
                    <a:pt x="2718" y="91495"/>
                  </a:cubicBezTo>
                  <a:cubicBezTo>
                    <a:pt x="2551" y="90053"/>
                    <a:pt x="2440" y="88611"/>
                    <a:pt x="2329" y="87170"/>
                  </a:cubicBezTo>
                  <a:lnTo>
                    <a:pt x="2329" y="86782"/>
                  </a:lnTo>
                  <a:cubicBezTo>
                    <a:pt x="2274" y="85340"/>
                    <a:pt x="2219" y="83898"/>
                    <a:pt x="2219" y="82401"/>
                  </a:cubicBezTo>
                  <a:lnTo>
                    <a:pt x="2219" y="81791"/>
                  </a:lnTo>
                  <a:close/>
                  <a:moveTo>
                    <a:pt x="161308" y="79129"/>
                  </a:moveTo>
                  <a:lnTo>
                    <a:pt x="161308" y="79462"/>
                  </a:lnTo>
                  <a:lnTo>
                    <a:pt x="161308" y="79906"/>
                  </a:lnTo>
                  <a:cubicBezTo>
                    <a:pt x="161308" y="80571"/>
                    <a:pt x="161363" y="81347"/>
                    <a:pt x="161363" y="82068"/>
                  </a:cubicBezTo>
                  <a:cubicBezTo>
                    <a:pt x="161363" y="82789"/>
                    <a:pt x="161308" y="83454"/>
                    <a:pt x="161308" y="84175"/>
                  </a:cubicBezTo>
                  <a:lnTo>
                    <a:pt x="161308" y="84619"/>
                  </a:lnTo>
                  <a:cubicBezTo>
                    <a:pt x="161252" y="86061"/>
                    <a:pt x="161197" y="87502"/>
                    <a:pt x="161030" y="88944"/>
                  </a:cubicBezTo>
                  <a:lnTo>
                    <a:pt x="161030" y="89332"/>
                  </a:lnTo>
                  <a:cubicBezTo>
                    <a:pt x="160864" y="90774"/>
                    <a:pt x="160698" y="92216"/>
                    <a:pt x="160531" y="93658"/>
                  </a:cubicBezTo>
                  <a:cubicBezTo>
                    <a:pt x="160531" y="93768"/>
                    <a:pt x="160476" y="93935"/>
                    <a:pt x="160476" y="94046"/>
                  </a:cubicBezTo>
                  <a:cubicBezTo>
                    <a:pt x="160199" y="95487"/>
                    <a:pt x="159977" y="96929"/>
                    <a:pt x="159700" y="98315"/>
                  </a:cubicBezTo>
                  <a:cubicBezTo>
                    <a:pt x="159644" y="98426"/>
                    <a:pt x="159644" y="98593"/>
                    <a:pt x="159589" y="98704"/>
                  </a:cubicBezTo>
                  <a:cubicBezTo>
                    <a:pt x="159311" y="100145"/>
                    <a:pt x="158923" y="101532"/>
                    <a:pt x="158591" y="102918"/>
                  </a:cubicBezTo>
                  <a:cubicBezTo>
                    <a:pt x="158535" y="103084"/>
                    <a:pt x="158480" y="103195"/>
                    <a:pt x="158424" y="103306"/>
                  </a:cubicBezTo>
                  <a:cubicBezTo>
                    <a:pt x="158036" y="104692"/>
                    <a:pt x="157648" y="106079"/>
                    <a:pt x="157204" y="107465"/>
                  </a:cubicBezTo>
                  <a:cubicBezTo>
                    <a:pt x="157149" y="107631"/>
                    <a:pt x="157093" y="107742"/>
                    <a:pt x="157038" y="107853"/>
                  </a:cubicBezTo>
                  <a:cubicBezTo>
                    <a:pt x="156594" y="109239"/>
                    <a:pt x="156040" y="110570"/>
                    <a:pt x="155541" y="111901"/>
                  </a:cubicBezTo>
                  <a:lnTo>
                    <a:pt x="155374" y="112289"/>
                  </a:lnTo>
                  <a:cubicBezTo>
                    <a:pt x="154820" y="113620"/>
                    <a:pt x="154210" y="114951"/>
                    <a:pt x="153600" y="116282"/>
                  </a:cubicBezTo>
                  <a:cubicBezTo>
                    <a:pt x="153545" y="116393"/>
                    <a:pt x="153489" y="116503"/>
                    <a:pt x="153434" y="116614"/>
                  </a:cubicBezTo>
                  <a:cubicBezTo>
                    <a:pt x="152824" y="117945"/>
                    <a:pt x="152158" y="119221"/>
                    <a:pt x="151437" y="120496"/>
                  </a:cubicBezTo>
                  <a:lnTo>
                    <a:pt x="151216" y="120829"/>
                  </a:lnTo>
                  <a:cubicBezTo>
                    <a:pt x="150550" y="122104"/>
                    <a:pt x="149774" y="123324"/>
                    <a:pt x="148998" y="124544"/>
                  </a:cubicBezTo>
                  <a:lnTo>
                    <a:pt x="148776" y="124932"/>
                  </a:lnTo>
                  <a:cubicBezTo>
                    <a:pt x="147999" y="126152"/>
                    <a:pt x="147223" y="127316"/>
                    <a:pt x="146336" y="128481"/>
                  </a:cubicBezTo>
                  <a:lnTo>
                    <a:pt x="145892" y="129146"/>
                  </a:lnTo>
                  <a:cubicBezTo>
                    <a:pt x="145061" y="130311"/>
                    <a:pt x="144173" y="131420"/>
                    <a:pt x="143231" y="132529"/>
                  </a:cubicBezTo>
                  <a:cubicBezTo>
                    <a:pt x="143120" y="132640"/>
                    <a:pt x="143064" y="132751"/>
                    <a:pt x="142953" y="132862"/>
                  </a:cubicBezTo>
                  <a:cubicBezTo>
                    <a:pt x="142066" y="133971"/>
                    <a:pt x="141068" y="135080"/>
                    <a:pt x="140125" y="136133"/>
                  </a:cubicBezTo>
                  <a:lnTo>
                    <a:pt x="139848" y="136410"/>
                  </a:lnTo>
                  <a:cubicBezTo>
                    <a:pt x="138850" y="137464"/>
                    <a:pt x="137852" y="138518"/>
                    <a:pt x="136798" y="139516"/>
                  </a:cubicBezTo>
                  <a:lnTo>
                    <a:pt x="136466" y="139793"/>
                  </a:lnTo>
                  <a:cubicBezTo>
                    <a:pt x="135412" y="140791"/>
                    <a:pt x="134358" y="141734"/>
                    <a:pt x="133249" y="142676"/>
                  </a:cubicBezTo>
                  <a:lnTo>
                    <a:pt x="132972" y="142954"/>
                  </a:lnTo>
                  <a:cubicBezTo>
                    <a:pt x="131863" y="143896"/>
                    <a:pt x="130699" y="144784"/>
                    <a:pt x="129590" y="145671"/>
                  </a:cubicBezTo>
                  <a:lnTo>
                    <a:pt x="129257" y="145893"/>
                  </a:lnTo>
                  <a:cubicBezTo>
                    <a:pt x="128092" y="146780"/>
                    <a:pt x="126873" y="147612"/>
                    <a:pt x="125708" y="148388"/>
                  </a:cubicBezTo>
                  <a:lnTo>
                    <a:pt x="125320" y="148610"/>
                  </a:lnTo>
                  <a:cubicBezTo>
                    <a:pt x="124155" y="149386"/>
                    <a:pt x="122936" y="150162"/>
                    <a:pt x="121660" y="150883"/>
                  </a:cubicBezTo>
                  <a:lnTo>
                    <a:pt x="121327" y="151105"/>
                  </a:lnTo>
                  <a:cubicBezTo>
                    <a:pt x="120052" y="151826"/>
                    <a:pt x="118777" y="152491"/>
                    <a:pt x="117501" y="153212"/>
                  </a:cubicBezTo>
                  <a:lnTo>
                    <a:pt x="117113" y="153378"/>
                  </a:lnTo>
                  <a:cubicBezTo>
                    <a:pt x="115838" y="153988"/>
                    <a:pt x="114507" y="154598"/>
                    <a:pt x="113176" y="155208"/>
                  </a:cubicBezTo>
                  <a:lnTo>
                    <a:pt x="112843" y="155375"/>
                  </a:lnTo>
                  <a:cubicBezTo>
                    <a:pt x="111513" y="155929"/>
                    <a:pt x="110126" y="156428"/>
                    <a:pt x="108796" y="156927"/>
                  </a:cubicBezTo>
                  <a:lnTo>
                    <a:pt x="108407" y="157094"/>
                  </a:lnTo>
                  <a:cubicBezTo>
                    <a:pt x="107021" y="157593"/>
                    <a:pt x="105690" y="158036"/>
                    <a:pt x="104304" y="158424"/>
                  </a:cubicBezTo>
                  <a:lnTo>
                    <a:pt x="103860" y="158535"/>
                  </a:lnTo>
                  <a:cubicBezTo>
                    <a:pt x="102474" y="158924"/>
                    <a:pt x="101088" y="159312"/>
                    <a:pt x="99702" y="159644"/>
                  </a:cubicBezTo>
                  <a:lnTo>
                    <a:pt x="99313" y="159755"/>
                  </a:lnTo>
                  <a:cubicBezTo>
                    <a:pt x="97927" y="160033"/>
                    <a:pt x="96485" y="160310"/>
                    <a:pt x="95044" y="160587"/>
                  </a:cubicBezTo>
                  <a:lnTo>
                    <a:pt x="94655" y="160643"/>
                  </a:lnTo>
                  <a:cubicBezTo>
                    <a:pt x="93269" y="160864"/>
                    <a:pt x="91827" y="161086"/>
                    <a:pt x="90386" y="161197"/>
                  </a:cubicBezTo>
                  <a:lnTo>
                    <a:pt x="89942" y="161253"/>
                  </a:lnTo>
                  <a:cubicBezTo>
                    <a:pt x="88500" y="161419"/>
                    <a:pt x="87059" y="161530"/>
                    <a:pt x="85617" y="161585"/>
                  </a:cubicBezTo>
                  <a:lnTo>
                    <a:pt x="85229" y="161585"/>
                  </a:lnTo>
                  <a:cubicBezTo>
                    <a:pt x="84064" y="161641"/>
                    <a:pt x="82900" y="161641"/>
                    <a:pt x="81735" y="161641"/>
                  </a:cubicBezTo>
                  <a:lnTo>
                    <a:pt x="80349" y="161641"/>
                  </a:lnTo>
                  <a:lnTo>
                    <a:pt x="80460" y="161086"/>
                  </a:lnTo>
                  <a:lnTo>
                    <a:pt x="80904" y="158646"/>
                  </a:lnTo>
                  <a:lnTo>
                    <a:pt x="81735" y="158646"/>
                  </a:lnTo>
                  <a:cubicBezTo>
                    <a:pt x="82844" y="158646"/>
                    <a:pt x="83953" y="158646"/>
                    <a:pt x="85062" y="158591"/>
                  </a:cubicBezTo>
                  <a:lnTo>
                    <a:pt x="85451" y="158591"/>
                  </a:lnTo>
                  <a:cubicBezTo>
                    <a:pt x="86837" y="158535"/>
                    <a:pt x="88223" y="158424"/>
                    <a:pt x="89609" y="158258"/>
                  </a:cubicBezTo>
                  <a:lnTo>
                    <a:pt x="89998" y="158258"/>
                  </a:lnTo>
                  <a:cubicBezTo>
                    <a:pt x="91384" y="158092"/>
                    <a:pt x="92770" y="157925"/>
                    <a:pt x="94156" y="157704"/>
                  </a:cubicBezTo>
                  <a:lnTo>
                    <a:pt x="94545" y="157593"/>
                  </a:lnTo>
                  <a:cubicBezTo>
                    <a:pt x="95931" y="157371"/>
                    <a:pt x="97262" y="157094"/>
                    <a:pt x="98648" y="156816"/>
                  </a:cubicBezTo>
                  <a:lnTo>
                    <a:pt x="99036" y="156706"/>
                  </a:lnTo>
                  <a:cubicBezTo>
                    <a:pt x="100367" y="156428"/>
                    <a:pt x="101698" y="156040"/>
                    <a:pt x="103029" y="155652"/>
                  </a:cubicBezTo>
                  <a:lnTo>
                    <a:pt x="103417" y="155541"/>
                  </a:lnTo>
                  <a:cubicBezTo>
                    <a:pt x="104748" y="155153"/>
                    <a:pt x="106078" y="154709"/>
                    <a:pt x="107409" y="154266"/>
                  </a:cubicBezTo>
                  <a:lnTo>
                    <a:pt x="107797" y="154155"/>
                  </a:lnTo>
                  <a:cubicBezTo>
                    <a:pt x="109073" y="153656"/>
                    <a:pt x="110348" y="153157"/>
                    <a:pt x="111624" y="152602"/>
                  </a:cubicBezTo>
                  <a:cubicBezTo>
                    <a:pt x="111790" y="152547"/>
                    <a:pt x="111901" y="152491"/>
                    <a:pt x="112012" y="152436"/>
                  </a:cubicBezTo>
                  <a:cubicBezTo>
                    <a:pt x="113287" y="151881"/>
                    <a:pt x="114562" y="151327"/>
                    <a:pt x="115782" y="150717"/>
                  </a:cubicBezTo>
                  <a:lnTo>
                    <a:pt x="116170" y="150495"/>
                  </a:lnTo>
                  <a:cubicBezTo>
                    <a:pt x="117390" y="149885"/>
                    <a:pt x="118610" y="149220"/>
                    <a:pt x="119830" y="148554"/>
                  </a:cubicBezTo>
                  <a:lnTo>
                    <a:pt x="120163" y="148332"/>
                  </a:lnTo>
                  <a:cubicBezTo>
                    <a:pt x="121383" y="147612"/>
                    <a:pt x="122547" y="146891"/>
                    <a:pt x="123712" y="146170"/>
                  </a:cubicBezTo>
                  <a:lnTo>
                    <a:pt x="124045" y="145893"/>
                  </a:lnTo>
                  <a:cubicBezTo>
                    <a:pt x="125209" y="145172"/>
                    <a:pt x="126318" y="144340"/>
                    <a:pt x="127427" y="143508"/>
                  </a:cubicBezTo>
                  <a:lnTo>
                    <a:pt x="127760" y="143286"/>
                  </a:lnTo>
                  <a:cubicBezTo>
                    <a:pt x="128869" y="142455"/>
                    <a:pt x="129978" y="141567"/>
                    <a:pt x="131031" y="140680"/>
                  </a:cubicBezTo>
                  <a:lnTo>
                    <a:pt x="131309" y="140403"/>
                  </a:lnTo>
                  <a:cubicBezTo>
                    <a:pt x="132418" y="139516"/>
                    <a:pt x="133416" y="138628"/>
                    <a:pt x="134414" y="137630"/>
                  </a:cubicBezTo>
                  <a:lnTo>
                    <a:pt x="134747" y="137353"/>
                  </a:lnTo>
                  <a:cubicBezTo>
                    <a:pt x="135745" y="136410"/>
                    <a:pt x="136687" y="135412"/>
                    <a:pt x="137630" y="134414"/>
                  </a:cubicBezTo>
                  <a:cubicBezTo>
                    <a:pt x="137741" y="134303"/>
                    <a:pt x="137852" y="134192"/>
                    <a:pt x="137907" y="134081"/>
                  </a:cubicBezTo>
                  <a:cubicBezTo>
                    <a:pt x="138850" y="133083"/>
                    <a:pt x="139793" y="132030"/>
                    <a:pt x="140680" y="130976"/>
                  </a:cubicBezTo>
                  <a:lnTo>
                    <a:pt x="140957" y="130643"/>
                  </a:lnTo>
                  <a:cubicBezTo>
                    <a:pt x="141844" y="129590"/>
                    <a:pt x="142676" y="128481"/>
                    <a:pt x="143508" y="127372"/>
                  </a:cubicBezTo>
                  <a:lnTo>
                    <a:pt x="143951" y="126762"/>
                  </a:lnTo>
                  <a:cubicBezTo>
                    <a:pt x="144783" y="125653"/>
                    <a:pt x="145560" y="124488"/>
                    <a:pt x="146280" y="123324"/>
                  </a:cubicBezTo>
                  <a:lnTo>
                    <a:pt x="146502" y="122991"/>
                  </a:lnTo>
                  <a:cubicBezTo>
                    <a:pt x="147279" y="121827"/>
                    <a:pt x="147999" y="120607"/>
                    <a:pt x="148665" y="119387"/>
                  </a:cubicBezTo>
                  <a:lnTo>
                    <a:pt x="148831" y="119054"/>
                  </a:lnTo>
                  <a:cubicBezTo>
                    <a:pt x="149552" y="117834"/>
                    <a:pt x="150162" y="116614"/>
                    <a:pt x="150772" y="115394"/>
                  </a:cubicBezTo>
                  <a:lnTo>
                    <a:pt x="150938" y="115006"/>
                  </a:lnTo>
                  <a:cubicBezTo>
                    <a:pt x="151548" y="113731"/>
                    <a:pt x="152103" y="112511"/>
                    <a:pt x="152657" y="111180"/>
                  </a:cubicBezTo>
                  <a:lnTo>
                    <a:pt x="152768" y="110792"/>
                  </a:lnTo>
                  <a:cubicBezTo>
                    <a:pt x="153323" y="109517"/>
                    <a:pt x="153822" y="108241"/>
                    <a:pt x="154265" y="106910"/>
                  </a:cubicBezTo>
                  <a:cubicBezTo>
                    <a:pt x="154321" y="106799"/>
                    <a:pt x="154321" y="106689"/>
                    <a:pt x="154376" y="106522"/>
                  </a:cubicBezTo>
                  <a:cubicBezTo>
                    <a:pt x="154820" y="105247"/>
                    <a:pt x="155208" y="103916"/>
                    <a:pt x="155596" y="102585"/>
                  </a:cubicBezTo>
                  <a:cubicBezTo>
                    <a:pt x="155652" y="102419"/>
                    <a:pt x="155652" y="102308"/>
                    <a:pt x="155707" y="102197"/>
                  </a:cubicBezTo>
                  <a:cubicBezTo>
                    <a:pt x="156095" y="100866"/>
                    <a:pt x="156428" y="99480"/>
                    <a:pt x="156705" y="98149"/>
                  </a:cubicBezTo>
                  <a:cubicBezTo>
                    <a:pt x="156705" y="97983"/>
                    <a:pt x="156761" y="97872"/>
                    <a:pt x="156761" y="97705"/>
                  </a:cubicBezTo>
                  <a:cubicBezTo>
                    <a:pt x="157038" y="96375"/>
                    <a:pt x="157315" y="95044"/>
                    <a:pt x="157537" y="93658"/>
                  </a:cubicBezTo>
                  <a:lnTo>
                    <a:pt x="157592" y="93214"/>
                  </a:lnTo>
                  <a:cubicBezTo>
                    <a:pt x="157759" y="91828"/>
                    <a:pt x="157925" y="90497"/>
                    <a:pt x="158092" y="89111"/>
                  </a:cubicBezTo>
                  <a:lnTo>
                    <a:pt x="158092" y="88722"/>
                  </a:lnTo>
                  <a:cubicBezTo>
                    <a:pt x="158202" y="87336"/>
                    <a:pt x="158313" y="85950"/>
                    <a:pt x="158369" y="84564"/>
                  </a:cubicBezTo>
                  <a:lnTo>
                    <a:pt x="158369" y="84120"/>
                  </a:lnTo>
                  <a:cubicBezTo>
                    <a:pt x="158369" y="83454"/>
                    <a:pt x="158369" y="82734"/>
                    <a:pt x="158369" y="82068"/>
                  </a:cubicBezTo>
                  <a:cubicBezTo>
                    <a:pt x="158369" y="81347"/>
                    <a:pt x="158369" y="80682"/>
                    <a:pt x="158369" y="79961"/>
                  </a:cubicBezTo>
                  <a:cubicBezTo>
                    <a:pt x="158369" y="79906"/>
                    <a:pt x="158369" y="79850"/>
                    <a:pt x="158369" y="79795"/>
                  </a:cubicBezTo>
                  <a:lnTo>
                    <a:pt x="159589" y="79517"/>
                  </a:lnTo>
                  <a:lnTo>
                    <a:pt x="161308" y="79129"/>
                  </a:lnTo>
                  <a:close/>
                  <a:moveTo>
                    <a:pt x="81709" y="82040"/>
                  </a:moveTo>
                  <a:lnTo>
                    <a:pt x="81734" y="82067"/>
                  </a:lnTo>
                  <a:lnTo>
                    <a:pt x="80072" y="161918"/>
                  </a:lnTo>
                  <a:lnTo>
                    <a:pt x="71976" y="100533"/>
                  </a:lnTo>
                  <a:lnTo>
                    <a:pt x="70922" y="92826"/>
                  </a:lnTo>
                  <a:lnTo>
                    <a:pt x="81709" y="82040"/>
                  </a:lnTo>
                  <a:close/>
                  <a:moveTo>
                    <a:pt x="80016" y="0"/>
                  </a:moveTo>
                  <a:lnTo>
                    <a:pt x="79961" y="500"/>
                  </a:lnTo>
                  <a:cubicBezTo>
                    <a:pt x="35933" y="1553"/>
                    <a:pt x="610" y="37319"/>
                    <a:pt x="278" y="81403"/>
                  </a:cubicBezTo>
                  <a:lnTo>
                    <a:pt x="0" y="81458"/>
                  </a:lnTo>
                  <a:lnTo>
                    <a:pt x="278" y="81514"/>
                  </a:lnTo>
                  <a:lnTo>
                    <a:pt x="278" y="81957"/>
                  </a:lnTo>
                  <a:cubicBezTo>
                    <a:pt x="222" y="114951"/>
                    <a:pt x="20074" y="144673"/>
                    <a:pt x="50572" y="157260"/>
                  </a:cubicBezTo>
                  <a:cubicBezTo>
                    <a:pt x="60659" y="161449"/>
                    <a:pt x="71251" y="163483"/>
                    <a:pt x="81753" y="163483"/>
                  </a:cubicBezTo>
                  <a:cubicBezTo>
                    <a:pt x="102947" y="163483"/>
                    <a:pt x="123776" y="155199"/>
                    <a:pt x="139349" y="139627"/>
                  </a:cubicBezTo>
                  <a:cubicBezTo>
                    <a:pt x="162638" y="116282"/>
                    <a:pt x="169625" y="81236"/>
                    <a:pt x="156982" y="50794"/>
                  </a:cubicBezTo>
                  <a:cubicBezTo>
                    <a:pt x="144395" y="20351"/>
                    <a:pt x="114673" y="500"/>
                    <a:pt x="81735" y="500"/>
                  </a:cubicBezTo>
                  <a:lnTo>
                    <a:pt x="80127" y="500"/>
                  </a:lnTo>
                  <a:lnTo>
                    <a:pt x="8001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12" name="Google Shape;312;p32"/>
          <p:cNvSpPr/>
          <p:nvPr/>
        </p:nvSpPr>
        <p:spPr>
          <a:xfrm>
            <a:off x="561325" y="335850"/>
            <a:ext cx="3622500" cy="4471800"/>
          </a:xfrm>
          <a:prstGeom prst="plaque">
            <a:avLst>
              <a:gd fmla="val 8509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3" name="Google Shape;313;p32"/>
          <p:cNvGrpSpPr/>
          <p:nvPr/>
        </p:nvGrpSpPr>
        <p:grpSpPr>
          <a:xfrm>
            <a:off x="-1867070" y="2303605"/>
            <a:ext cx="12904395" cy="3805200"/>
            <a:chOff x="-1867070" y="2303605"/>
            <a:chExt cx="12904395" cy="3805200"/>
          </a:xfrm>
        </p:grpSpPr>
        <p:cxnSp>
          <p:nvCxnSpPr>
            <p:cNvPr id="314" name="Google Shape;314;p32"/>
            <p:cNvCxnSpPr/>
            <p:nvPr/>
          </p:nvCxnSpPr>
          <p:spPr>
            <a:xfrm>
              <a:off x="2407050" y="4206205"/>
              <a:ext cx="4329900" cy="9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15" name="Google Shape;315;p32"/>
            <p:cNvCxnSpPr/>
            <p:nvPr/>
          </p:nvCxnSpPr>
          <p:spPr>
            <a:xfrm>
              <a:off x="-1867070" y="2303605"/>
              <a:ext cx="4247100" cy="19026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chemeClr val="lt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16" name="Google Shape;316;p32"/>
            <p:cNvCxnSpPr/>
            <p:nvPr/>
          </p:nvCxnSpPr>
          <p:spPr>
            <a:xfrm>
              <a:off x="6790225" y="4206205"/>
              <a:ext cx="4247100" cy="19026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chemeClr val="lt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pic>
        <p:nvPicPr>
          <p:cNvPr id="317" name="Google Shape;317;p32"/>
          <p:cNvPicPr preferRelativeResize="0"/>
          <p:nvPr/>
        </p:nvPicPr>
        <p:blipFill rotWithShape="1">
          <a:blip r:embed="rId3">
            <a:alphaModFix/>
          </a:blip>
          <a:srcRect b="12328" l="2940" r="4330" t="4373"/>
          <a:stretch/>
        </p:blipFill>
        <p:spPr>
          <a:xfrm>
            <a:off x="741904" y="525267"/>
            <a:ext cx="3261346" cy="4092983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8" name="Google Shape;318;p32"/>
          <p:cNvSpPr txBox="1"/>
          <p:nvPr>
            <p:ph type="ctrTitle"/>
          </p:nvPr>
        </p:nvSpPr>
        <p:spPr>
          <a:xfrm>
            <a:off x="4370770" y="946963"/>
            <a:ext cx="4090500" cy="219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Ecuador</a:t>
            </a:r>
            <a:endParaRPr/>
          </a:p>
        </p:txBody>
      </p:sp>
      <p:sp>
        <p:nvSpPr>
          <p:cNvPr id="319" name="Google Shape;319;p32"/>
          <p:cNvSpPr txBox="1"/>
          <p:nvPr>
            <p:ph idx="1" type="subTitle"/>
          </p:nvPr>
        </p:nvSpPr>
        <p:spPr>
          <a:xfrm>
            <a:off x="4144975" y="3310750"/>
            <a:ext cx="4890900" cy="151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Nombres: Deniz Gabriel, Gabriel de P., Matheo, Pedro y Willian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Clase: 471I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Fecha: 17/04/2026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Disciplina: Español</a:t>
            </a:r>
            <a:endParaRPr sz="1300"/>
          </a:p>
        </p:txBody>
      </p:sp>
      <p:grpSp>
        <p:nvGrpSpPr>
          <p:cNvPr id="320" name="Google Shape;320;p32"/>
          <p:cNvGrpSpPr/>
          <p:nvPr/>
        </p:nvGrpSpPr>
        <p:grpSpPr>
          <a:xfrm>
            <a:off x="4655363" y="2461063"/>
            <a:ext cx="3521314" cy="221374"/>
            <a:chOff x="729050" y="223975"/>
            <a:chExt cx="6133625" cy="328400"/>
          </a:xfrm>
        </p:grpSpPr>
        <p:sp>
          <p:nvSpPr>
            <p:cNvPr id="321" name="Google Shape;321;p32"/>
            <p:cNvSpPr/>
            <p:nvPr/>
          </p:nvSpPr>
          <p:spPr>
            <a:xfrm>
              <a:off x="1275975" y="223975"/>
              <a:ext cx="5038675" cy="328400"/>
            </a:xfrm>
            <a:custGeom>
              <a:rect b="b" l="l" r="r" t="t"/>
              <a:pathLst>
                <a:path extrusionOk="0" h="13136" w="201547">
                  <a:moveTo>
                    <a:pt x="201547" y="5481"/>
                  </a:moveTo>
                  <a:lnTo>
                    <a:pt x="201547" y="7351"/>
                  </a:lnTo>
                  <a:lnTo>
                    <a:pt x="145136" y="7351"/>
                  </a:lnTo>
                  <a:cubicBezTo>
                    <a:pt x="143918" y="7351"/>
                    <a:pt x="142744" y="7829"/>
                    <a:pt x="141961" y="8743"/>
                  </a:cubicBezTo>
                  <a:cubicBezTo>
                    <a:pt x="140526" y="8438"/>
                    <a:pt x="139178" y="6959"/>
                    <a:pt x="137525" y="5785"/>
                  </a:cubicBezTo>
                  <a:cubicBezTo>
                    <a:pt x="135046" y="4089"/>
                    <a:pt x="133045" y="3958"/>
                    <a:pt x="130479" y="5524"/>
                  </a:cubicBezTo>
                  <a:cubicBezTo>
                    <a:pt x="129087" y="6394"/>
                    <a:pt x="127739" y="7351"/>
                    <a:pt x="126434" y="8395"/>
                  </a:cubicBezTo>
                  <a:cubicBezTo>
                    <a:pt x="122520" y="11309"/>
                    <a:pt x="117997" y="13136"/>
                    <a:pt x="115039" y="7916"/>
                  </a:cubicBezTo>
                  <a:cubicBezTo>
                    <a:pt x="113995" y="8482"/>
                    <a:pt x="112908" y="8830"/>
                    <a:pt x="111777" y="9047"/>
                  </a:cubicBezTo>
                  <a:cubicBezTo>
                    <a:pt x="105949" y="10091"/>
                    <a:pt x="103470" y="3741"/>
                    <a:pt x="107428" y="1175"/>
                  </a:cubicBezTo>
                  <a:cubicBezTo>
                    <a:pt x="109211" y="1"/>
                    <a:pt x="111690" y="392"/>
                    <a:pt x="112386" y="3132"/>
                  </a:cubicBezTo>
                  <a:cubicBezTo>
                    <a:pt x="109254" y="1784"/>
                    <a:pt x="106340" y="5872"/>
                    <a:pt x="110037" y="7046"/>
                  </a:cubicBezTo>
                  <a:cubicBezTo>
                    <a:pt x="112256" y="7742"/>
                    <a:pt x="115561" y="6003"/>
                    <a:pt x="117127" y="5046"/>
                  </a:cubicBezTo>
                  <a:cubicBezTo>
                    <a:pt x="120693" y="2828"/>
                    <a:pt x="125651" y="914"/>
                    <a:pt x="128478" y="5176"/>
                  </a:cubicBezTo>
                  <a:cubicBezTo>
                    <a:pt x="130044" y="4002"/>
                    <a:pt x="132045" y="2567"/>
                    <a:pt x="134002" y="2436"/>
                  </a:cubicBezTo>
                  <a:cubicBezTo>
                    <a:pt x="137916" y="2219"/>
                    <a:pt x="139047" y="5481"/>
                    <a:pt x="142744" y="5481"/>
                  </a:cubicBezTo>
                  <a:close/>
                  <a:moveTo>
                    <a:pt x="0" y="7351"/>
                  </a:moveTo>
                  <a:lnTo>
                    <a:pt x="0" y="5481"/>
                  </a:lnTo>
                  <a:lnTo>
                    <a:pt x="58846" y="5481"/>
                  </a:lnTo>
                  <a:cubicBezTo>
                    <a:pt x="62543" y="5481"/>
                    <a:pt x="63674" y="2219"/>
                    <a:pt x="67545" y="2436"/>
                  </a:cubicBezTo>
                  <a:cubicBezTo>
                    <a:pt x="69458" y="2567"/>
                    <a:pt x="71459" y="4002"/>
                    <a:pt x="73068" y="5176"/>
                  </a:cubicBezTo>
                  <a:cubicBezTo>
                    <a:pt x="75895" y="914"/>
                    <a:pt x="80810" y="2828"/>
                    <a:pt x="84420" y="5046"/>
                  </a:cubicBezTo>
                  <a:cubicBezTo>
                    <a:pt x="86029" y="6003"/>
                    <a:pt x="89291" y="7742"/>
                    <a:pt x="91466" y="7046"/>
                  </a:cubicBezTo>
                  <a:cubicBezTo>
                    <a:pt x="95163" y="5872"/>
                    <a:pt x="92292" y="1784"/>
                    <a:pt x="89117" y="3132"/>
                  </a:cubicBezTo>
                  <a:cubicBezTo>
                    <a:pt x="89857" y="392"/>
                    <a:pt x="92336" y="1"/>
                    <a:pt x="94119" y="1175"/>
                  </a:cubicBezTo>
                  <a:cubicBezTo>
                    <a:pt x="98077" y="3741"/>
                    <a:pt x="95554" y="10091"/>
                    <a:pt x="89770" y="9047"/>
                  </a:cubicBezTo>
                  <a:cubicBezTo>
                    <a:pt x="88639" y="8830"/>
                    <a:pt x="87551" y="8438"/>
                    <a:pt x="86508" y="7916"/>
                  </a:cubicBezTo>
                  <a:cubicBezTo>
                    <a:pt x="83550" y="13136"/>
                    <a:pt x="79027" y="11309"/>
                    <a:pt x="75112" y="8351"/>
                  </a:cubicBezTo>
                  <a:cubicBezTo>
                    <a:pt x="73808" y="7351"/>
                    <a:pt x="72459" y="6394"/>
                    <a:pt x="71068" y="5524"/>
                  </a:cubicBezTo>
                  <a:cubicBezTo>
                    <a:pt x="68502" y="3958"/>
                    <a:pt x="66501" y="4089"/>
                    <a:pt x="63978" y="5785"/>
                  </a:cubicBezTo>
                  <a:cubicBezTo>
                    <a:pt x="62369" y="6916"/>
                    <a:pt x="60977" y="8438"/>
                    <a:pt x="59585" y="8743"/>
                  </a:cubicBezTo>
                  <a:cubicBezTo>
                    <a:pt x="58759" y="7829"/>
                    <a:pt x="57585" y="7307"/>
                    <a:pt x="56367" y="7351"/>
                  </a:cubicBezTo>
                  <a:close/>
                  <a:moveTo>
                    <a:pt x="116170" y="7351"/>
                  </a:moveTo>
                  <a:cubicBezTo>
                    <a:pt x="118997" y="11961"/>
                    <a:pt x="123477" y="9004"/>
                    <a:pt x="126739" y="6525"/>
                  </a:cubicBezTo>
                  <a:lnTo>
                    <a:pt x="126869" y="6438"/>
                  </a:lnTo>
                  <a:cubicBezTo>
                    <a:pt x="124216" y="3132"/>
                    <a:pt x="119780" y="5133"/>
                    <a:pt x="116822" y="6959"/>
                  </a:cubicBezTo>
                  <a:cubicBezTo>
                    <a:pt x="116605" y="7133"/>
                    <a:pt x="116387" y="7264"/>
                    <a:pt x="116170" y="7394"/>
                  </a:cubicBezTo>
                  <a:moveTo>
                    <a:pt x="85420" y="7394"/>
                  </a:moveTo>
                  <a:cubicBezTo>
                    <a:pt x="85203" y="7264"/>
                    <a:pt x="84985" y="7133"/>
                    <a:pt x="84724" y="6959"/>
                  </a:cubicBezTo>
                  <a:cubicBezTo>
                    <a:pt x="81767" y="5133"/>
                    <a:pt x="77374" y="3176"/>
                    <a:pt x="74721" y="6438"/>
                  </a:cubicBezTo>
                  <a:lnTo>
                    <a:pt x="74852" y="6525"/>
                  </a:lnTo>
                  <a:cubicBezTo>
                    <a:pt x="78113" y="9004"/>
                    <a:pt x="82593" y="11961"/>
                    <a:pt x="85420" y="735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2"/>
            <p:cNvSpPr/>
            <p:nvPr/>
          </p:nvSpPr>
          <p:spPr>
            <a:xfrm>
              <a:off x="624177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828" y="5089"/>
                  </a:moveTo>
                  <a:cubicBezTo>
                    <a:pt x="871" y="5002"/>
                    <a:pt x="1" y="2610"/>
                    <a:pt x="1436" y="1305"/>
                  </a:cubicBezTo>
                  <a:cubicBezTo>
                    <a:pt x="2871" y="0"/>
                    <a:pt x="5176" y="1087"/>
                    <a:pt x="5089" y="3045"/>
                  </a:cubicBezTo>
                  <a:cubicBezTo>
                    <a:pt x="5002" y="4219"/>
                    <a:pt x="4002" y="5132"/>
                    <a:pt x="2828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2"/>
            <p:cNvSpPr/>
            <p:nvPr/>
          </p:nvSpPr>
          <p:spPr>
            <a:xfrm>
              <a:off x="6437500" y="322925"/>
              <a:ext cx="112025" cy="110925"/>
            </a:xfrm>
            <a:custGeom>
              <a:rect b="b" l="l" r="r" t="t"/>
              <a:pathLst>
                <a:path extrusionOk="0" h="4437" w="4481">
                  <a:moveTo>
                    <a:pt x="2436" y="4393"/>
                  </a:moveTo>
                  <a:cubicBezTo>
                    <a:pt x="740" y="4306"/>
                    <a:pt x="0" y="2262"/>
                    <a:pt x="1262" y="1131"/>
                  </a:cubicBezTo>
                  <a:cubicBezTo>
                    <a:pt x="2479" y="0"/>
                    <a:pt x="4480" y="914"/>
                    <a:pt x="4393" y="2610"/>
                  </a:cubicBezTo>
                  <a:cubicBezTo>
                    <a:pt x="4350" y="3654"/>
                    <a:pt x="3480" y="4437"/>
                    <a:pt x="2436" y="43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2"/>
            <p:cNvSpPr/>
            <p:nvPr/>
          </p:nvSpPr>
          <p:spPr>
            <a:xfrm>
              <a:off x="6618000" y="332700"/>
              <a:ext cx="94625" cy="94625"/>
            </a:xfrm>
            <a:custGeom>
              <a:rect b="b" l="l" r="r" t="t"/>
              <a:pathLst>
                <a:path extrusionOk="0" h="3785" w="3785">
                  <a:moveTo>
                    <a:pt x="2044" y="3741"/>
                  </a:moveTo>
                  <a:cubicBezTo>
                    <a:pt x="653" y="3698"/>
                    <a:pt x="0" y="1915"/>
                    <a:pt x="1044" y="958"/>
                  </a:cubicBezTo>
                  <a:cubicBezTo>
                    <a:pt x="2088" y="1"/>
                    <a:pt x="3784" y="827"/>
                    <a:pt x="3741" y="2219"/>
                  </a:cubicBezTo>
                  <a:cubicBezTo>
                    <a:pt x="3654" y="3089"/>
                    <a:pt x="2914" y="3785"/>
                    <a:pt x="2044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2"/>
            <p:cNvSpPr/>
            <p:nvPr/>
          </p:nvSpPr>
          <p:spPr>
            <a:xfrm>
              <a:off x="6784350" y="342500"/>
              <a:ext cx="78325" cy="77225"/>
            </a:xfrm>
            <a:custGeom>
              <a:rect b="b" l="l" r="r" t="t"/>
              <a:pathLst>
                <a:path extrusionOk="0" h="3089" w="3133">
                  <a:moveTo>
                    <a:pt x="1697" y="3088"/>
                  </a:moveTo>
                  <a:cubicBezTo>
                    <a:pt x="523" y="3045"/>
                    <a:pt x="1" y="1610"/>
                    <a:pt x="871" y="827"/>
                  </a:cubicBezTo>
                  <a:cubicBezTo>
                    <a:pt x="1740" y="0"/>
                    <a:pt x="3132" y="653"/>
                    <a:pt x="3089" y="1827"/>
                  </a:cubicBezTo>
                  <a:cubicBezTo>
                    <a:pt x="3045" y="2523"/>
                    <a:pt x="2436" y="3088"/>
                    <a:pt x="1697" y="304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2"/>
            <p:cNvSpPr/>
            <p:nvPr/>
          </p:nvSpPr>
          <p:spPr>
            <a:xfrm>
              <a:off x="121942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392" y="5089"/>
                  </a:moveTo>
                  <a:cubicBezTo>
                    <a:pt x="4306" y="5002"/>
                    <a:pt x="5176" y="2610"/>
                    <a:pt x="3741" y="1305"/>
                  </a:cubicBezTo>
                  <a:cubicBezTo>
                    <a:pt x="2306" y="0"/>
                    <a:pt x="0" y="1087"/>
                    <a:pt x="131" y="3045"/>
                  </a:cubicBezTo>
                  <a:cubicBezTo>
                    <a:pt x="174" y="4219"/>
                    <a:pt x="1175" y="5132"/>
                    <a:pt x="2392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2"/>
            <p:cNvSpPr/>
            <p:nvPr/>
          </p:nvSpPr>
          <p:spPr>
            <a:xfrm>
              <a:off x="1042200" y="322925"/>
              <a:ext cx="112000" cy="110925"/>
            </a:xfrm>
            <a:custGeom>
              <a:rect b="b" l="l" r="r" t="t"/>
              <a:pathLst>
                <a:path extrusionOk="0" h="4437" w="4480">
                  <a:moveTo>
                    <a:pt x="2044" y="4393"/>
                  </a:moveTo>
                  <a:cubicBezTo>
                    <a:pt x="3697" y="4306"/>
                    <a:pt x="4480" y="2262"/>
                    <a:pt x="3218" y="1131"/>
                  </a:cubicBezTo>
                  <a:cubicBezTo>
                    <a:pt x="2001" y="0"/>
                    <a:pt x="0" y="914"/>
                    <a:pt x="87" y="2610"/>
                  </a:cubicBezTo>
                  <a:cubicBezTo>
                    <a:pt x="130" y="3610"/>
                    <a:pt x="1000" y="4437"/>
                    <a:pt x="2044" y="43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2"/>
            <p:cNvSpPr/>
            <p:nvPr/>
          </p:nvSpPr>
          <p:spPr>
            <a:xfrm>
              <a:off x="878000" y="332700"/>
              <a:ext cx="95700" cy="94625"/>
            </a:xfrm>
            <a:custGeom>
              <a:rect b="b" l="l" r="r" t="t"/>
              <a:pathLst>
                <a:path extrusionOk="0" h="3785" w="3828">
                  <a:moveTo>
                    <a:pt x="1740" y="3741"/>
                  </a:moveTo>
                  <a:cubicBezTo>
                    <a:pt x="3176" y="3698"/>
                    <a:pt x="3828" y="1915"/>
                    <a:pt x="2741" y="958"/>
                  </a:cubicBezTo>
                  <a:cubicBezTo>
                    <a:pt x="1697" y="1"/>
                    <a:pt x="1" y="827"/>
                    <a:pt x="88" y="2219"/>
                  </a:cubicBezTo>
                  <a:cubicBezTo>
                    <a:pt x="131" y="3089"/>
                    <a:pt x="870" y="3785"/>
                    <a:pt x="1740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2"/>
            <p:cNvSpPr/>
            <p:nvPr/>
          </p:nvSpPr>
          <p:spPr>
            <a:xfrm>
              <a:off x="729050" y="342500"/>
              <a:ext cx="77225" cy="78300"/>
            </a:xfrm>
            <a:custGeom>
              <a:rect b="b" l="l" r="r" t="t"/>
              <a:pathLst>
                <a:path extrusionOk="0" h="3132" w="3089">
                  <a:moveTo>
                    <a:pt x="1435" y="3088"/>
                  </a:moveTo>
                  <a:cubicBezTo>
                    <a:pt x="2566" y="3045"/>
                    <a:pt x="3088" y="1610"/>
                    <a:pt x="2262" y="783"/>
                  </a:cubicBezTo>
                  <a:cubicBezTo>
                    <a:pt x="1392" y="0"/>
                    <a:pt x="0" y="653"/>
                    <a:pt x="44" y="1827"/>
                  </a:cubicBezTo>
                  <a:cubicBezTo>
                    <a:pt x="44" y="2523"/>
                    <a:pt x="696" y="3132"/>
                    <a:pt x="1435" y="30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30" name="Google Shape;330;p32"/>
          <p:cNvPicPr preferRelativeResize="0"/>
          <p:nvPr/>
        </p:nvPicPr>
        <p:blipFill rotWithShape="1">
          <a:blip r:embed="rId4">
            <a:alphaModFix/>
          </a:blip>
          <a:srcRect b="15640" l="0" r="0" t="0"/>
          <a:stretch/>
        </p:blipFill>
        <p:spPr>
          <a:xfrm>
            <a:off x="741900" y="525275"/>
            <a:ext cx="3261350" cy="409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3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Resumen/Introducción</a:t>
            </a:r>
            <a:endParaRPr/>
          </a:p>
        </p:txBody>
      </p:sp>
      <p:sp>
        <p:nvSpPr>
          <p:cNvPr id="336" name="Google Shape;336;p33"/>
          <p:cNvSpPr txBox="1"/>
          <p:nvPr>
            <p:ph idx="1" type="body"/>
          </p:nvPr>
        </p:nvSpPr>
        <p:spPr>
          <a:xfrm>
            <a:off x="713250" y="1490925"/>
            <a:ext cx="3849300" cy="31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/>
              <a:t>Ecuador está ubicado en el noroeste de Sudamérica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/>
              <a:t>País con gran diversidad ambiental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/>
              <a:t>Importancia científica (Humboldt y Darwin)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/>
              <a:t>Rico patrimonio cultural del Imperio Inca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/>
              <a:t>Historia marcada por inestabilidad política y desigualdad</a:t>
            </a:r>
            <a:endParaRPr sz="1600"/>
          </a:p>
        </p:txBody>
      </p:sp>
      <p:grpSp>
        <p:nvGrpSpPr>
          <p:cNvPr id="337" name="Google Shape;337;p33"/>
          <p:cNvGrpSpPr/>
          <p:nvPr/>
        </p:nvGrpSpPr>
        <p:grpSpPr>
          <a:xfrm>
            <a:off x="2504660" y="1133688"/>
            <a:ext cx="4134677" cy="221374"/>
            <a:chOff x="729050" y="223975"/>
            <a:chExt cx="6133625" cy="328400"/>
          </a:xfrm>
        </p:grpSpPr>
        <p:sp>
          <p:nvSpPr>
            <p:cNvPr id="338" name="Google Shape;338;p33"/>
            <p:cNvSpPr/>
            <p:nvPr/>
          </p:nvSpPr>
          <p:spPr>
            <a:xfrm>
              <a:off x="1275975" y="223975"/>
              <a:ext cx="5038675" cy="328400"/>
            </a:xfrm>
            <a:custGeom>
              <a:rect b="b" l="l" r="r" t="t"/>
              <a:pathLst>
                <a:path extrusionOk="0" h="13136" w="201547">
                  <a:moveTo>
                    <a:pt x="201547" y="5481"/>
                  </a:moveTo>
                  <a:lnTo>
                    <a:pt x="201547" y="7351"/>
                  </a:lnTo>
                  <a:lnTo>
                    <a:pt x="145136" y="7351"/>
                  </a:lnTo>
                  <a:cubicBezTo>
                    <a:pt x="143918" y="7351"/>
                    <a:pt x="142744" y="7829"/>
                    <a:pt x="141961" y="8743"/>
                  </a:cubicBezTo>
                  <a:cubicBezTo>
                    <a:pt x="140526" y="8438"/>
                    <a:pt x="139178" y="6959"/>
                    <a:pt x="137525" y="5785"/>
                  </a:cubicBezTo>
                  <a:cubicBezTo>
                    <a:pt x="135046" y="4089"/>
                    <a:pt x="133045" y="3958"/>
                    <a:pt x="130479" y="5524"/>
                  </a:cubicBezTo>
                  <a:cubicBezTo>
                    <a:pt x="129087" y="6394"/>
                    <a:pt x="127739" y="7351"/>
                    <a:pt x="126434" y="8395"/>
                  </a:cubicBezTo>
                  <a:cubicBezTo>
                    <a:pt x="122520" y="11309"/>
                    <a:pt x="117997" y="13136"/>
                    <a:pt x="115039" y="7916"/>
                  </a:cubicBezTo>
                  <a:cubicBezTo>
                    <a:pt x="113995" y="8482"/>
                    <a:pt x="112908" y="8830"/>
                    <a:pt x="111777" y="9047"/>
                  </a:cubicBezTo>
                  <a:cubicBezTo>
                    <a:pt x="105949" y="10091"/>
                    <a:pt x="103470" y="3741"/>
                    <a:pt x="107428" y="1175"/>
                  </a:cubicBezTo>
                  <a:cubicBezTo>
                    <a:pt x="109211" y="1"/>
                    <a:pt x="111690" y="392"/>
                    <a:pt x="112386" y="3132"/>
                  </a:cubicBezTo>
                  <a:cubicBezTo>
                    <a:pt x="109254" y="1784"/>
                    <a:pt x="106340" y="5872"/>
                    <a:pt x="110037" y="7046"/>
                  </a:cubicBezTo>
                  <a:cubicBezTo>
                    <a:pt x="112256" y="7742"/>
                    <a:pt x="115561" y="6003"/>
                    <a:pt x="117127" y="5046"/>
                  </a:cubicBezTo>
                  <a:cubicBezTo>
                    <a:pt x="120693" y="2828"/>
                    <a:pt x="125651" y="914"/>
                    <a:pt x="128478" y="5176"/>
                  </a:cubicBezTo>
                  <a:cubicBezTo>
                    <a:pt x="130044" y="4002"/>
                    <a:pt x="132045" y="2567"/>
                    <a:pt x="134002" y="2436"/>
                  </a:cubicBezTo>
                  <a:cubicBezTo>
                    <a:pt x="137916" y="2219"/>
                    <a:pt x="139047" y="5481"/>
                    <a:pt x="142744" y="5481"/>
                  </a:cubicBezTo>
                  <a:close/>
                  <a:moveTo>
                    <a:pt x="0" y="7351"/>
                  </a:moveTo>
                  <a:lnTo>
                    <a:pt x="0" y="5481"/>
                  </a:lnTo>
                  <a:lnTo>
                    <a:pt x="58846" y="5481"/>
                  </a:lnTo>
                  <a:cubicBezTo>
                    <a:pt x="62543" y="5481"/>
                    <a:pt x="63674" y="2219"/>
                    <a:pt x="67545" y="2436"/>
                  </a:cubicBezTo>
                  <a:cubicBezTo>
                    <a:pt x="69458" y="2567"/>
                    <a:pt x="71459" y="4002"/>
                    <a:pt x="73068" y="5176"/>
                  </a:cubicBezTo>
                  <a:cubicBezTo>
                    <a:pt x="75895" y="914"/>
                    <a:pt x="80810" y="2828"/>
                    <a:pt x="84420" y="5046"/>
                  </a:cubicBezTo>
                  <a:cubicBezTo>
                    <a:pt x="86029" y="6003"/>
                    <a:pt x="89291" y="7742"/>
                    <a:pt x="91466" y="7046"/>
                  </a:cubicBezTo>
                  <a:cubicBezTo>
                    <a:pt x="95163" y="5872"/>
                    <a:pt x="92292" y="1784"/>
                    <a:pt x="89117" y="3132"/>
                  </a:cubicBezTo>
                  <a:cubicBezTo>
                    <a:pt x="89857" y="392"/>
                    <a:pt x="92336" y="1"/>
                    <a:pt x="94119" y="1175"/>
                  </a:cubicBezTo>
                  <a:cubicBezTo>
                    <a:pt x="98077" y="3741"/>
                    <a:pt x="95554" y="10091"/>
                    <a:pt x="89770" y="9047"/>
                  </a:cubicBezTo>
                  <a:cubicBezTo>
                    <a:pt x="88639" y="8830"/>
                    <a:pt x="87551" y="8438"/>
                    <a:pt x="86508" y="7916"/>
                  </a:cubicBezTo>
                  <a:cubicBezTo>
                    <a:pt x="83550" y="13136"/>
                    <a:pt x="79027" y="11309"/>
                    <a:pt x="75112" y="8351"/>
                  </a:cubicBezTo>
                  <a:cubicBezTo>
                    <a:pt x="73808" y="7351"/>
                    <a:pt x="72459" y="6394"/>
                    <a:pt x="71068" y="5524"/>
                  </a:cubicBezTo>
                  <a:cubicBezTo>
                    <a:pt x="68502" y="3958"/>
                    <a:pt x="66501" y="4089"/>
                    <a:pt x="63978" y="5785"/>
                  </a:cubicBezTo>
                  <a:cubicBezTo>
                    <a:pt x="62369" y="6916"/>
                    <a:pt x="60977" y="8438"/>
                    <a:pt x="59585" y="8743"/>
                  </a:cubicBezTo>
                  <a:cubicBezTo>
                    <a:pt x="58759" y="7829"/>
                    <a:pt x="57585" y="7307"/>
                    <a:pt x="56367" y="7351"/>
                  </a:cubicBezTo>
                  <a:close/>
                  <a:moveTo>
                    <a:pt x="116170" y="7351"/>
                  </a:moveTo>
                  <a:cubicBezTo>
                    <a:pt x="118997" y="11961"/>
                    <a:pt x="123477" y="9004"/>
                    <a:pt x="126739" y="6525"/>
                  </a:cubicBezTo>
                  <a:lnTo>
                    <a:pt x="126869" y="6438"/>
                  </a:lnTo>
                  <a:cubicBezTo>
                    <a:pt x="124216" y="3132"/>
                    <a:pt x="119780" y="5133"/>
                    <a:pt x="116822" y="6959"/>
                  </a:cubicBezTo>
                  <a:cubicBezTo>
                    <a:pt x="116605" y="7133"/>
                    <a:pt x="116387" y="7264"/>
                    <a:pt x="116170" y="7394"/>
                  </a:cubicBezTo>
                  <a:moveTo>
                    <a:pt x="85420" y="7394"/>
                  </a:moveTo>
                  <a:cubicBezTo>
                    <a:pt x="85203" y="7264"/>
                    <a:pt x="84985" y="7133"/>
                    <a:pt x="84724" y="6959"/>
                  </a:cubicBezTo>
                  <a:cubicBezTo>
                    <a:pt x="81767" y="5133"/>
                    <a:pt x="77374" y="3176"/>
                    <a:pt x="74721" y="6438"/>
                  </a:cubicBezTo>
                  <a:lnTo>
                    <a:pt x="74852" y="6525"/>
                  </a:lnTo>
                  <a:cubicBezTo>
                    <a:pt x="78113" y="9004"/>
                    <a:pt x="82593" y="11961"/>
                    <a:pt x="85420" y="735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3"/>
            <p:cNvSpPr/>
            <p:nvPr/>
          </p:nvSpPr>
          <p:spPr>
            <a:xfrm>
              <a:off x="624177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828" y="5089"/>
                  </a:moveTo>
                  <a:cubicBezTo>
                    <a:pt x="871" y="5002"/>
                    <a:pt x="1" y="2610"/>
                    <a:pt x="1436" y="1305"/>
                  </a:cubicBezTo>
                  <a:cubicBezTo>
                    <a:pt x="2871" y="0"/>
                    <a:pt x="5176" y="1087"/>
                    <a:pt x="5089" y="3045"/>
                  </a:cubicBezTo>
                  <a:cubicBezTo>
                    <a:pt x="5002" y="4219"/>
                    <a:pt x="4002" y="5132"/>
                    <a:pt x="2828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3"/>
            <p:cNvSpPr/>
            <p:nvPr/>
          </p:nvSpPr>
          <p:spPr>
            <a:xfrm>
              <a:off x="6437500" y="322925"/>
              <a:ext cx="112025" cy="110925"/>
            </a:xfrm>
            <a:custGeom>
              <a:rect b="b" l="l" r="r" t="t"/>
              <a:pathLst>
                <a:path extrusionOk="0" h="4437" w="4481">
                  <a:moveTo>
                    <a:pt x="2436" y="4393"/>
                  </a:moveTo>
                  <a:cubicBezTo>
                    <a:pt x="740" y="4306"/>
                    <a:pt x="0" y="2262"/>
                    <a:pt x="1262" y="1131"/>
                  </a:cubicBezTo>
                  <a:cubicBezTo>
                    <a:pt x="2479" y="0"/>
                    <a:pt x="4480" y="914"/>
                    <a:pt x="4393" y="2610"/>
                  </a:cubicBezTo>
                  <a:cubicBezTo>
                    <a:pt x="4350" y="3654"/>
                    <a:pt x="3480" y="4437"/>
                    <a:pt x="2436" y="43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3"/>
            <p:cNvSpPr/>
            <p:nvPr/>
          </p:nvSpPr>
          <p:spPr>
            <a:xfrm>
              <a:off x="6618000" y="332700"/>
              <a:ext cx="94625" cy="94625"/>
            </a:xfrm>
            <a:custGeom>
              <a:rect b="b" l="l" r="r" t="t"/>
              <a:pathLst>
                <a:path extrusionOk="0" h="3785" w="3785">
                  <a:moveTo>
                    <a:pt x="2044" y="3741"/>
                  </a:moveTo>
                  <a:cubicBezTo>
                    <a:pt x="653" y="3698"/>
                    <a:pt x="0" y="1915"/>
                    <a:pt x="1044" y="958"/>
                  </a:cubicBezTo>
                  <a:cubicBezTo>
                    <a:pt x="2088" y="1"/>
                    <a:pt x="3784" y="827"/>
                    <a:pt x="3741" y="2219"/>
                  </a:cubicBezTo>
                  <a:cubicBezTo>
                    <a:pt x="3654" y="3089"/>
                    <a:pt x="2914" y="3785"/>
                    <a:pt x="2044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3"/>
            <p:cNvSpPr/>
            <p:nvPr/>
          </p:nvSpPr>
          <p:spPr>
            <a:xfrm>
              <a:off x="6784350" y="342500"/>
              <a:ext cx="78325" cy="77225"/>
            </a:xfrm>
            <a:custGeom>
              <a:rect b="b" l="l" r="r" t="t"/>
              <a:pathLst>
                <a:path extrusionOk="0" h="3089" w="3133">
                  <a:moveTo>
                    <a:pt x="1697" y="3088"/>
                  </a:moveTo>
                  <a:cubicBezTo>
                    <a:pt x="523" y="3045"/>
                    <a:pt x="1" y="1610"/>
                    <a:pt x="871" y="827"/>
                  </a:cubicBezTo>
                  <a:cubicBezTo>
                    <a:pt x="1740" y="0"/>
                    <a:pt x="3132" y="653"/>
                    <a:pt x="3089" y="1827"/>
                  </a:cubicBezTo>
                  <a:cubicBezTo>
                    <a:pt x="3045" y="2523"/>
                    <a:pt x="2436" y="3088"/>
                    <a:pt x="1697" y="304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3"/>
            <p:cNvSpPr/>
            <p:nvPr/>
          </p:nvSpPr>
          <p:spPr>
            <a:xfrm>
              <a:off x="121942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392" y="5089"/>
                  </a:moveTo>
                  <a:cubicBezTo>
                    <a:pt x="4306" y="5002"/>
                    <a:pt x="5176" y="2610"/>
                    <a:pt x="3741" y="1305"/>
                  </a:cubicBezTo>
                  <a:cubicBezTo>
                    <a:pt x="2306" y="0"/>
                    <a:pt x="0" y="1087"/>
                    <a:pt x="131" y="3045"/>
                  </a:cubicBezTo>
                  <a:cubicBezTo>
                    <a:pt x="174" y="4219"/>
                    <a:pt x="1175" y="5132"/>
                    <a:pt x="2392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3"/>
            <p:cNvSpPr/>
            <p:nvPr/>
          </p:nvSpPr>
          <p:spPr>
            <a:xfrm>
              <a:off x="1042200" y="322925"/>
              <a:ext cx="112000" cy="110925"/>
            </a:xfrm>
            <a:custGeom>
              <a:rect b="b" l="l" r="r" t="t"/>
              <a:pathLst>
                <a:path extrusionOk="0" h="4437" w="4480">
                  <a:moveTo>
                    <a:pt x="2044" y="4393"/>
                  </a:moveTo>
                  <a:cubicBezTo>
                    <a:pt x="3697" y="4306"/>
                    <a:pt x="4480" y="2262"/>
                    <a:pt x="3218" y="1131"/>
                  </a:cubicBezTo>
                  <a:cubicBezTo>
                    <a:pt x="2001" y="0"/>
                    <a:pt x="0" y="914"/>
                    <a:pt x="87" y="2610"/>
                  </a:cubicBezTo>
                  <a:cubicBezTo>
                    <a:pt x="130" y="3610"/>
                    <a:pt x="1000" y="4437"/>
                    <a:pt x="2044" y="43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3"/>
            <p:cNvSpPr/>
            <p:nvPr/>
          </p:nvSpPr>
          <p:spPr>
            <a:xfrm>
              <a:off x="878000" y="332700"/>
              <a:ext cx="95700" cy="94625"/>
            </a:xfrm>
            <a:custGeom>
              <a:rect b="b" l="l" r="r" t="t"/>
              <a:pathLst>
                <a:path extrusionOk="0" h="3785" w="3828">
                  <a:moveTo>
                    <a:pt x="1740" y="3741"/>
                  </a:moveTo>
                  <a:cubicBezTo>
                    <a:pt x="3176" y="3698"/>
                    <a:pt x="3828" y="1915"/>
                    <a:pt x="2741" y="958"/>
                  </a:cubicBezTo>
                  <a:cubicBezTo>
                    <a:pt x="1697" y="1"/>
                    <a:pt x="1" y="827"/>
                    <a:pt x="88" y="2219"/>
                  </a:cubicBezTo>
                  <a:cubicBezTo>
                    <a:pt x="131" y="3089"/>
                    <a:pt x="870" y="3785"/>
                    <a:pt x="1740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3"/>
            <p:cNvSpPr/>
            <p:nvPr/>
          </p:nvSpPr>
          <p:spPr>
            <a:xfrm>
              <a:off x="729050" y="342500"/>
              <a:ext cx="77225" cy="78300"/>
            </a:xfrm>
            <a:custGeom>
              <a:rect b="b" l="l" r="r" t="t"/>
              <a:pathLst>
                <a:path extrusionOk="0" h="3132" w="3089">
                  <a:moveTo>
                    <a:pt x="1435" y="3088"/>
                  </a:moveTo>
                  <a:cubicBezTo>
                    <a:pt x="2566" y="3045"/>
                    <a:pt x="3088" y="1610"/>
                    <a:pt x="2262" y="783"/>
                  </a:cubicBezTo>
                  <a:cubicBezTo>
                    <a:pt x="1392" y="0"/>
                    <a:pt x="0" y="653"/>
                    <a:pt x="44" y="1827"/>
                  </a:cubicBezTo>
                  <a:cubicBezTo>
                    <a:pt x="44" y="2523"/>
                    <a:pt x="696" y="3132"/>
                    <a:pt x="1435" y="30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47" name="Google Shape;347;p33"/>
          <p:cNvPicPr preferRelativeResize="0"/>
          <p:nvPr/>
        </p:nvPicPr>
        <p:blipFill rotWithShape="1">
          <a:blip r:embed="rId3">
            <a:alphaModFix/>
          </a:blip>
          <a:srcRect b="0" l="20420" r="2639" t="0"/>
          <a:stretch/>
        </p:blipFill>
        <p:spPr>
          <a:xfrm>
            <a:off x="4562550" y="1587450"/>
            <a:ext cx="3849301" cy="2920055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>
              <a:srgbClr val="000000">
                <a:alpha val="69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Población</a:t>
            </a:r>
            <a:endParaRPr/>
          </a:p>
        </p:txBody>
      </p:sp>
      <p:sp>
        <p:nvSpPr>
          <p:cNvPr id="353" name="Google Shape;353;p34"/>
          <p:cNvSpPr txBox="1"/>
          <p:nvPr>
            <p:ph idx="1" type="body"/>
          </p:nvPr>
        </p:nvSpPr>
        <p:spPr>
          <a:xfrm>
            <a:off x="4710025" y="1490925"/>
            <a:ext cx="3849300" cy="31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800"/>
              <a:t>Aproximadamente 17,9 millones de habitantes</a:t>
            </a:r>
            <a:endParaRPr sz="18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800"/>
              <a:t>Mayor concentración en los Andes y la costa</a:t>
            </a:r>
            <a:endParaRPr sz="18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800"/>
              <a:t>Ciudades principales: Guayaquil y Quito</a:t>
            </a:r>
            <a:endParaRPr sz="18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800"/>
              <a:t>Población joven (edad promedio: 28,8 años)</a:t>
            </a:r>
            <a:endParaRPr sz="18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800"/>
              <a:t>Esperanza de vida: 78 años </a:t>
            </a:r>
            <a:endParaRPr sz="1800"/>
          </a:p>
        </p:txBody>
      </p:sp>
      <p:grpSp>
        <p:nvGrpSpPr>
          <p:cNvPr id="354" name="Google Shape;354;p34"/>
          <p:cNvGrpSpPr/>
          <p:nvPr/>
        </p:nvGrpSpPr>
        <p:grpSpPr>
          <a:xfrm>
            <a:off x="2504660" y="1133688"/>
            <a:ext cx="4134677" cy="221374"/>
            <a:chOff x="729050" y="223975"/>
            <a:chExt cx="6133625" cy="328400"/>
          </a:xfrm>
        </p:grpSpPr>
        <p:sp>
          <p:nvSpPr>
            <p:cNvPr id="355" name="Google Shape;355;p34"/>
            <p:cNvSpPr/>
            <p:nvPr/>
          </p:nvSpPr>
          <p:spPr>
            <a:xfrm>
              <a:off x="1275975" y="223975"/>
              <a:ext cx="5038675" cy="328400"/>
            </a:xfrm>
            <a:custGeom>
              <a:rect b="b" l="l" r="r" t="t"/>
              <a:pathLst>
                <a:path extrusionOk="0" h="13136" w="201547">
                  <a:moveTo>
                    <a:pt x="201547" y="5481"/>
                  </a:moveTo>
                  <a:lnTo>
                    <a:pt x="201547" y="7351"/>
                  </a:lnTo>
                  <a:lnTo>
                    <a:pt x="145136" y="7351"/>
                  </a:lnTo>
                  <a:cubicBezTo>
                    <a:pt x="143918" y="7351"/>
                    <a:pt x="142744" y="7829"/>
                    <a:pt x="141961" y="8743"/>
                  </a:cubicBezTo>
                  <a:cubicBezTo>
                    <a:pt x="140526" y="8438"/>
                    <a:pt x="139178" y="6959"/>
                    <a:pt x="137525" y="5785"/>
                  </a:cubicBezTo>
                  <a:cubicBezTo>
                    <a:pt x="135046" y="4089"/>
                    <a:pt x="133045" y="3958"/>
                    <a:pt x="130479" y="5524"/>
                  </a:cubicBezTo>
                  <a:cubicBezTo>
                    <a:pt x="129087" y="6394"/>
                    <a:pt x="127739" y="7351"/>
                    <a:pt x="126434" y="8395"/>
                  </a:cubicBezTo>
                  <a:cubicBezTo>
                    <a:pt x="122520" y="11309"/>
                    <a:pt x="117997" y="13136"/>
                    <a:pt x="115039" y="7916"/>
                  </a:cubicBezTo>
                  <a:cubicBezTo>
                    <a:pt x="113995" y="8482"/>
                    <a:pt x="112908" y="8830"/>
                    <a:pt x="111777" y="9047"/>
                  </a:cubicBezTo>
                  <a:cubicBezTo>
                    <a:pt x="105949" y="10091"/>
                    <a:pt x="103470" y="3741"/>
                    <a:pt x="107428" y="1175"/>
                  </a:cubicBezTo>
                  <a:cubicBezTo>
                    <a:pt x="109211" y="1"/>
                    <a:pt x="111690" y="392"/>
                    <a:pt x="112386" y="3132"/>
                  </a:cubicBezTo>
                  <a:cubicBezTo>
                    <a:pt x="109254" y="1784"/>
                    <a:pt x="106340" y="5872"/>
                    <a:pt x="110037" y="7046"/>
                  </a:cubicBezTo>
                  <a:cubicBezTo>
                    <a:pt x="112256" y="7742"/>
                    <a:pt x="115561" y="6003"/>
                    <a:pt x="117127" y="5046"/>
                  </a:cubicBezTo>
                  <a:cubicBezTo>
                    <a:pt x="120693" y="2828"/>
                    <a:pt x="125651" y="914"/>
                    <a:pt x="128478" y="5176"/>
                  </a:cubicBezTo>
                  <a:cubicBezTo>
                    <a:pt x="130044" y="4002"/>
                    <a:pt x="132045" y="2567"/>
                    <a:pt x="134002" y="2436"/>
                  </a:cubicBezTo>
                  <a:cubicBezTo>
                    <a:pt x="137916" y="2219"/>
                    <a:pt x="139047" y="5481"/>
                    <a:pt x="142744" y="5481"/>
                  </a:cubicBezTo>
                  <a:close/>
                  <a:moveTo>
                    <a:pt x="0" y="7351"/>
                  </a:moveTo>
                  <a:lnTo>
                    <a:pt x="0" y="5481"/>
                  </a:lnTo>
                  <a:lnTo>
                    <a:pt x="58846" y="5481"/>
                  </a:lnTo>
                  <a:cubicBezTo>
                    <a:pt x="62543" y="5481"/>
                    <a:pt x="63674" y="2219"/>
                    <a:pt x="67545" y="2436"/>
                  </a:cubicBezTo>
                  <a:cubicBezTo>
                    <a:pt x="69458" y="2567"/>
                    <a:pt x="71459" y="4002"/>
                    <a:pt x="73068" y="5176"/>
                  </a:cubicBezTo>
                  <a:cubicBezTo>
                    <a:pt x="75895" y="914"/>
                    <a:pt x="80810" y="2828"/>
                    <a:pt x="84420" y="5046"/>
                  </a:cubicBezTo>
                  <a:cubicBezTo>
                    <a:pt x="86029" y="6003"/>
                    <a:pt x="89291" y="7742"/>
                    <a:pt x="91466" y="7046"/>
                  </a:cubicBezTo>
                  <a:cubicBezTo>
                    <a:pt x="95163" y="5872"/>
                    <a:pt x="92292" y="1784"/>
                    <a:pt x="89117" y="3132"/>
                  </a:cubicBezTo>
                  <a:cubicBezTo>
                    <a:pt x="89857" y="392"/>
                    <a:pt x="92336" y="1"/>
                    <a:pt x="94119" y="1175"/>
                  </a:cubicBezTo>
                  <a:cubicBezTo>
                    <a:pt x="98077" y="3741"/>
                    <a:pt x="95554" y="10091"/>
                    <a:pt x="89770" y="9047"/>
                  </a:cubicBezTo>
                  <a:cubicBezTo>
                    <a:pt x="88639" y="8830"/>
                    <a:pt x="87551" y="8438"/>
                    <a:pt x="86508" y="7916"/>
                  </a:cubicBezTo>
                  <a:cubicBezTo>
                    <a:pt x="83550" y="13136"/>
                    <a:pt x="79027" y="11309"/>
                    <a:pt x="75112" y="8351"/>
                  </a:cubicBezTo>
                  <a:cubicBezTo>
                    <a:pt x="73808" y="7351"/>
                    <a:pt x="72459" y="6394"/>
                    <a:pt x="71068" y="5524"/>
                  </a:cubicBezTo>
                  <a:cubicBezTo>
                    <a:pt x="68502" y="3958"/>
                    <a:pt x="66501" y="4089"/>
                    <a:pt x="63978" y="5785"/>
                  </a:cubicBezTo>
                  <a:cubicBezTo>
                    <a:pt x="62369" y="6916"/>
                    <a:pt x="60977" y="8438"/>
                    <a:pt x="59585" y="8743"/>
                  </a:cubicBezTo>
                  <a:cubicBezTo>
                    <a:pt x="58759" y="7829"/>
                    <a:pt x="57585" y="7307"/>
                    <a:pt x="56367" y="7351"/>
                  </a:cubicBezTo>
                  <a:close/>
                  <a:moveTo>
                    <a:pt x="116170" y="7351"/>
                  </a:moveTo>
                  <a:cubicBezTo>
                    <a:pt x="118997" y="11961"/>
                    <a:pt x="123477" y="9004"/>
                    <a:pt x="126739" y="6525"/>
                  </a:cubicBezTo>
                  <a:lnTo>
                    <a:pt x="126869" y="6438"/>
                  </a:lnTo>
                  <a:cubicBezTo>
                    <a:pt x="124216" y="3132"/>
                    <a:pt x="119780" y="5133"/>
                    <a:pt x="116822" y="6959"/>
                  </a:cubicBezTo>
                  <a:cubicBezTo>
                    <a:pt x="116605" y="7133"/>
                    <a:pt x="116387" y="7264"/>
                    <a:pt x="116170" y="7394"/>
                  </a:cubicBezTo>
                  <a:moveTo>
                    <a:pt x="85420" y="7394"/>
                  </a:moveTo>
                  <a:cubicBezTo>
                    <a:pt x="85203" y="7264"/>
                    <a:pt x="84985" y="7133"/>
                    <a:pt x="84724" y="6959"/>
                  </a:cubicBezTo>
                  <a:cubicBezTo>
                    <a:pt x="81767" y="5133"/>
                    <a:pt x="77374" y="3176"/>
                    <a:pt x="74721" y="6438"/>
                  </a:cubicBezTo>
                  <a:lnTo>
                    <a:pt x="74852" y="6525"/>
                  </a:lnTo>
                  <a:cubicBezTo>
                    <a:pt x="78113" y="9004"/>
                    <a:pt x="82593" y="11961"/>
                    <a:pt x="85420" y="735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4"/>
            <p:cNvSpPr/>
            <p:nvPr/>
          </p:nvSpPr>
          <p:spPr>
            <a:xfrm>
              <a:off x="624177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828" y="5089"/>
                  </a:moveTo>
                  <a:cubicBezTo>
                    <a:pt x="871" y="5002"/>
                    <a:pt x="1" y="2610"/>
                    <a:pt x="1436" y="1305"/>
                  </a:cubicBezTo>
                  <a:cubicBezTo>
                    <a:pt x="2871" y="0"/>
                    <a:pt x="5176" y="1087"/>
                    <a:pt x="5089" y="3045"/>
                  </a:cubicBezTo>
                  <a:cubicBezTo>
                    <a:pt x="5002" y="4219"/>
                    <a:pt x="4002" y="5132"/>
                    <a:pt x="2828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6437500" y="322925"/>
              <a:ext cx="112025" cy="110925"/>
            </a:xfrm>
            <a:custGeom>
              <a:rect b="b" l="l" r="r" t="t"/>
              <a:pathLst>
                <a:path extrusionOk="0" h="4437" w="4481">
                  <a:moveTo>
                    <a:pt x="2436" y="4393"/>
                  </a:moveTo>
                  <a:cubicBezTo>
                    <a:pt x="740" y="4306"/>
                    <a:pt x="0" y="2262"/>
                    <a:pt x="1262" y="1131"/>
                  </a:cubicBezTo>
                  <a:cubicBezTo>
                    <a:pt x="2479" y="0"/>
                    <a:pt x="4480" y="914"/>
                    <a:pt x="4393" y="2610"/>
                  </a:cubicBezTo>
                  <a:cubicBezTo>
                    <a:pt x="4350" y="3654"/>
                    <a:pt x="3480" y="4437"/>
                    <a:pt x="2436" y="43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6618000" y="332700"/>
              <a:ext cx="94625" cy="94625"/>
            </a:xfrm>
            <a:custGeom>
              <a:rect b="b" l="l" r="r" t="t"/>
              <a:pathLst>
                <a:path extrusionOk="0" h="3785" w="3785">
                  <a:moveTo>
                    <a:pt x="2044" y="3741"/>
                  </a:moveTo>
                  <a:cubicBezTo>
                    <a:pt x="653" y="3698"/>
                    <a:pt x="0" y="1915"/>
                    <a:pt x="1044" y="958"/>
                  </a:cubicBezTo>
                  <a:cubicBezTo>
                    <a:pt x="2088" y="1"/>
                    <a:pt x="3784" y="827"/>
                    <a:pt x="3741" y="2219"/>
                  </a:cubicBezTo>
                  <a:cubicBezTo>
                    <a:pt x="3654" y="3089"/>
                    <a:pt x="2914" y="3785"/>
                    <a:pt x="2044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6784350" y="342500"/>
              <a:ext cx="78325" cy="77225"/>
            </a:xfrm>
            <a:custGeom>
              <a:rect b="b" l="l" r="r" t="t"/>
              <a:pathLst>
                <a:path extrusionOk="0" h="3089" w="3133">
                  <a:moveTo>
                    <a:pt x="1697" y="3088"/>
                  </a:moveTo>
                  <a:cubicBezTo>
                    <a:pt x="523" y="3045"/>
                    <a:pt x="1" y="1610"/>
                    <a:pt x="871" y="827"/>
                  </a:cubicBezTo>
                  <a:cubicBezTo>
                    <a:pt x="1740" y="0"/>
                    <a:pt x="3132" y="653"/>
                    <a:pt x="3089" y="1827"/>
                  </a:cubicBezTo>
                  <a:cubicBezTo>
                    <a:pt x="3045" y="2523"/>
                    <a:pt x="2436" y="3088"/>
                    <a:pt x="1697" y="304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121942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392" y="5089"/>
                  </a:moveTo>
                  <a:cubicBezTo>
                    <a:pt x="4306" y="5002"/>
                    <a:pt x="5176" y="2610"/>
                    <a:pt x="3741" y="1305"/>
                  </a:cubicBezTo>
                  <a:cubicBezTo>
                    <a:pt x="2306" y="0"/>
                    <a:pt x="0" y="1087"/>
                    <a:pt x="131" y="3045"/>
                  </a:cubicBezTo>
                  <a:cubicBezTo>
                    <a:pt x="174" y="4219"/>
                    <a:pt x="1175" y="5132"/>
                    <a:pt x="2392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1042200" y="322925"/>
              <a:ext cx="112000" cy="110925"/>
            </a:xfrm>
            <a:custGeom>
              <a:rect b="b" l="l" r="r" t="t"/>
              <a:pathLst>
                <a:path extrusionOk="0" h="4437" w="4480">
                  <a:moveTo>
                    <a:pt x="2044" y="4393"/>
                  </a:moveTo>
                  <a:cubicBezTo>
                    <a:pt x="3697" y="4306"/>
                    <a:pt x="4480" y="2262"/>
                    <a:pt x="3218" y="1131"/>
                  </a:cubicBezTo>
                  <a:cubicBezTo>
                    <a:pt x="2001" y="0"/>
                    <a:pt x="0" y="914"/>
                    <a:pt x="87" y="2610"/>
                  </a:cubicBezTo>
                  <a:cubicBezTo>
                    <a:pt x="130" y="3610"/>
                    <a:pt x="1000" y="4437"/>
                    <a:pt x="2044" y="43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878000" y="332700"/>
              <a:ext cx="95700" cy="94625"/>
            </a:xfrm>
            <a:custGeom>
              <a:rect b="b" l="l" r="r" t="t"/>
              <a:pathLst>
                <a:path extrusionOk="0" h="3785" w="3828">
                  <a:moveTo>
                    <a:pt x="1740" y="3741"/>
                  </a:moveTo>
                  <a:cubicBezTo>
                    <a:pt x="3176" y="3698"/>
                    <a:pt x="3828" y="1915"/>
                    <a:pt x="2741" y="958"/>
                  </a:cubicBezTo>
                  <a:cubicBezTo>
                    <a:pt x="1697" y="1"/>
                    <a:pt x="1" y="827"/>
                    <a:pt x="88" y="2219"/>
                  </a:cubicBezTo>
                  <a:cubicBezTo>
                    <a:pt x="131" y="3089"/>
                    <a:pt x="870" y="3785"/>
                    <a:pt x="1740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729050" y="342500"/>
              <a:ext cx="77225" cy="78300"/>
            </a:xfrm>
            <a:custGeom>
              <a:rect b="b" l="l" r="r" t="t"/>
              <a:pathLst>
                <a:path extrusionOk="0" h="3132" w="3089">
                  <a:moveTo>
                    <a:pt x="1435" y="3088"/>
                  </a:moveTo>
                  <a:cubicBezTo>
                    <a:pt x="2566" y="3045"/>
                    <a:pt x="3088" y="1610"/>
                    <a:pt x="2262" y="783"/>
                  </a:cubicBezTo>
                  <a:cubicBezTo>
                    <a:pt x="1392" y="0"/>
                    <a:pt x="0" y="653"/>
                    <a:pt x="44" y="1827"/>
                  </a:cubicBezTo>
                  <a:cubicBezTo>
                    <a:pt x="44" y="2523"/>
                    <a:pt x="696" y="3132"/>
                    <a:pt x="1435" y="30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64" name="Google Shape;364;p34"/>
          <p:cNvPicPr preferRelativeResize="0"/>
          <p:nvPr/>
        </p:nvPicPr>
        <p:blipFill rotWithShape="1">
          <a:blip r:embed="rId3">
            <a:alphaModFix/>
          </a:blip>
          <a:srcRect b="0" l="8378" r="21457" t="0"/>
          <a:stretch/>
        </p:blipFill>
        <p:spPr>
          <a:xfrm>
            <a:off x="713250" y="1579413"/>
            <a:ext cx="3996773" cy="2936113"/>
          </a:xfrm>
          <a:prstGeom prst="rect">
            <a:avLst/>
          </a:prstGeom>
          <a:noFill/>
          <a:ln>
            <a:noFill/>
          </a:ln>
          <a:effectLst>
            <a:outerShdw blurRad="200025" rotWithShape="0" algn="bl" dist="9525">
              <a:srgbClr val="000000"/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5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Historia </a:t>
            </a:r>
            <a:endParaRPr/>
          </a:p>
        </p:txBody>
      </p:sp>
      <p:sp>
        <p:nvSpPr>
          <p:cNvPr id="370" name="Google Shape;370;p35"/>
          <p:cNvSpPr txBox="1"/>
          <p:nvPr>
            <p:ph idx="1" type="body"/>
          </p:nvPr>
        </p:nvSpPr>
        <p:spPr>
          <a:xfrm>
            <a:off x="713250" y="1490925"/>
            <a:ext cx="3849300" cy="31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800"/>
              <a:t>Habitantes desde 3000 a.C.</a:t>
            </a:r>
            <a:endParaRPr sz="18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800"/>
              <a:t>Existencia de asentamientos independientes</a:t>
            </a:r>
            <a:endParaRPr sz="18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800"/>
              <a:t>Expansión del Imperio Inca en el siglo XV</a:t>
            </a:r>
            <a:endParaRPr sz="18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800"/>
              <a:t>Liderazgo de Topa Inca Yupanqui y Huayna Cápac </a:t>
            </a:r>
            <a:endParaRPr sz="1800"/>
          </a:p>
        </p:txBody>
      </p:sp>
      <p:grpSp>
        <p:nvGrpSpPr>
          <p:cNvPr id="371" name="Google Shape;371;p35"/>
          <p:cNvGrpSpPr/>
          <p:nvPr/>
        </p:nvGrpSpPr>
        <p:grpSpPr>
          <a:xfrm>
            <a:off x="2504660" y="1133688"/>
            <a:ext cx="4134677" cy="221374"/>
            <a:chOff x="729050" y="223975"/>
            <a:chExt cx="6133625" cy="328400"/>
          </a:xfrm>
        </p:grpSpPr>
        <p:sp>
          <p:nvSpPr>
            <p:cNvPr id="372" name="Google Shape;372;p35"/>
            <p:cNvSpPr/>
            <p:nvPr/>
          </p:nvSpPr>
          <p:spPr>
            <a:xfrm>
              <a:off x="1275975" y="223975"/>
              <a:ext cx="5038675" cy="328400"/>
            </a:xfrm>
            <a:custGeom>
              <a:rect b="b" l="l" r="r" t="t"/>
              <a:pathLst>
                <a:path extrusionOk="0" h="13136" w="201547">
                  <a:moveTo>
                    <a:pt x="201547" y="5481"/>
                  </a:moveTo>
                  <a:lnTo>
                    <a:pt x="201547" y="7351"/>
                  </a:lnTo>
                  <a:lnTo>
                    <a:pt x="145136" y="7351"/>
                  </a:lnTo>
                  <a:cubicBezTo>
                    <a:pt x="143918" y="7351"/>
                    <a:pt x="142744" y="7829"/>
                    <a:pt x="141961" y="8743"/>
                  </a:cubicBezTo>
                  <a:cubicBezTo>
                    <a:pt x="140526" y="8438"/>
                    <a:pt x="139178" y="6959"/>
                    <a:pt x="137525" y="5785"/>
                  </a:cubicBezTo>
                  <a:cubicBezTo>
                    <a:pt x="135046" y="4089"/>
                    <a:pt x="133045" y="3958"/>
                    <a:pt x="130479" y="5524"/>
                  </a:cubicBezTo>
                  <a:cubicBezTo>
                    <a:pt x="129087" y="6394"/>
                    <a:pt x="127739" y="7351"/>
                    <a:pt x="126434" y="8395"/>
                  </a:cubicBezTo>
                  <a:cubicBezTo>
                    <a:pt x="122520" y="11309"/>
                    <a:pt x="117997" y="13136"/>
                    <a:pt x="115039" y="7916"/>
                  </a:cubicBezTo>
                  <a:cubicBezTo>
                    <a:pt x="113995" y="8482"/>
                    <a:pt x="112908" y="8830"/>
                    <a:pt x="111777" y="9047"/>
                  </a:cubicBezTo>
                  <a:cubicBezTo>
                    <a:pt x="105949" y="10091"/>
                    <a:pt x="103470" y="3741"/>
                    <a:pt x="107428" y="1175"/>
                  </a:cubicBezTo>
                  <a:cubicBezTo>
                    <a:pt x="109211" y="1"/>
                    <a:pt x="111690" y="392"/>
                    <a:pt x="112386" y="3132"/>
                  </a:cubicBezTo>
                  <a:cubicBezTo>
                    <a:pt x="109254" y="1784"/>
                    <a:pt x="106340" y="5872"/>
                    <a:pt x="110037" y="7046"/>
                  </a:cubicBezTo>
                  <a:cubicBezTo>
                    <a:pt x="112256" y="7742"/>
                    <a:pt x="115561" y="6003"/>
                    <a:pt x="117127" y="5046"/>
                  </a:cubicBezTo>
                  <a:cubicBezTo>
                    <a:pt x="120693" y="2828"/>
                    <a:pt x="125651" y="914"/>
                    <a:pt x="128478" y="5176"/>
                  </a:cubicBezTo>
                  <a:cubicBezTo>
                    <a:pt x="130044" y="4002"/>
                    <a:pt x="132045" y="2567"/>
                    <a:pt x="134002" y="2436"/>
                  </a:cubicBezTo>
                  <a:cubicBezTo>
                    <a:pt x="137916" y="2219"/>
                    <a:pt x="139047" y="5481"/>
                    <a:pt x="142744" y="5481"/>
                  </a:cubicBezTo>
                  <a:close/>
                  <a:moveTo>
                    <a:pt x="0" y="7351"/>
                  </a:moveTo>
                  <a:lnTo>
                    <a:pt x="0" y="5481"/>
                  </a:lnTo>
                  <a:lnTo>
                    <a:pt x="58846" y="5481"/>
                  </a:lnTo>
                  <a:cubicBezTo>
                    <a:pt x="62543" y="5481"/>
                    <a:pt x="63674" y="2219"/>
                    <a:pt x="67545" y="2436"/>
                  </a:cubicBezTo>
                  <a:cubicBezTo>
                    <a:pt x="69458" y="2567"/>
                    <a:pt x="71459" y="4002"/>
                    <a:pt x="73068" y="5176"/>
                  </a:cubicBezTo>
                  <a:cubicBezTo>
                    <a:pt x="75895" y="914"/>
                    <a:pt x="80810" y="2828"/>
                    <a:pt x="84420" y="5046"/>
                  </a:cubicBezTo>
                  <a:cubicBezTo>
                    <a:pt x="86029" y="6003"/>
                    <a:pt x="89291" y="7742"/>
                    <a:pt x="91466" y="7046"/>
                  </a:cubicBezTo>
                  <a:cubicBezTo>
                    <a:pt x="95163" y="5872"/>
                    <a:pt x="92292" y="1784"/>
                    <a:pt x="89117" y="3132"/>
                  </a:cubicBezTo>
                  <a:cubicBezTo>
                    <a:pt x="89857" y="392"/>
                    <a:pt x="92336" y="1"/>
                    <a:pt x="94119" y="1175"/>
                  </a:cubicBezTo>
                  <a:cubicBezTo>
                    <a:pt x="98077" y="3741"/>
                    <a:pt x="95554" y="10091"/>
                    <a:pt x="89770" y="9047"/>
                  </a:cubicBezTo>
                  <a:cubicBezTo>
                    <a:pt x="88639" y="8830"/>
                    <a:pt x="87551" y="8438"/>
                    <a:pt x="86508" y="7916"/>
                  </a:cubicBezTo>
                  <a:cubicBezTo>
                    <a:pt x="83550" y="13136"/>
                    <a:pt x="79027" y="11309"/>
                    <a:pt x="75112" y="8351"/>
                  </a:cubicBezTo>
                  <a:cubicBezTo>
                    <a:pt x="73808" y="7351"/>
                    <a:pt x="72459" y="6394"/>
                    <a:pt x="71068" y="5524"/>
                  </a:cubicBezTo>
                  <a:cubicBezTo>
                    <a:pt x="68502" y="3958"/>
                    <a:pt x="66501" y="4089"/>
                    <a:pt x="63978" y="5785"/>
                  </a:cubicBezTo>
                  <a:cubicBezTo>
                    <a:pt x="62369" y="6916"/>
                    <a:pt x="60977" y="8438"/>
                    <a:pt x="59585" y="8743"/>
                  </a:cubicBezTo>
                  <a:cubicBezTo>
                    <a:pt x="58759" y="7829"/>
                    <a:pt x="57585" y="7307"/>
                    <a:pt x="56367" y="7351"/>
                  </a:cubicBezTo>
                  <a:close/>
                  <a:moveTo>
                    <a:pt x="116170" y="7351"/>
                  </a:moveTo>
                  <a:cubicBezTo>
                    <a:pt x="118997" y="11961"/>
                    <a:pt x="123477" y="9004"/>
                    <a:pt x="126739" y="6525"/>
                  </a:cubicBezTo>
                  <a:lnTo>
                    <a:pt x="126869" y="6438"/>
                  </a:lnTo>
                  <a:cubicBezTo>
                    <a:pt x="124216" y="3132"/>
                    <a:pt x="119780" y="5133"/>
                    <a:pt x="116822" y="6959"/>
                  </a:cubicBezTo>
                  <a:cubicBezTo>
                    <a:pt x="116605" y="7133"/>
                    <a:pt x="116387" y="7264"/>
                    <a:pt x="116170" y="7394"/>
                  </a:cubicBezTo>
                  <a:moveTo>
                    <a:pt x="85420" y="7394"/>
                  </a:moveTo>
                  <a:cubicBezTo>
                    <a:pt x="85203" y="7264"/>
                    <a:pt x="84985" y="7133"/>
                    <a:pt x="84724" y="6959"/>
                  </a:cubicBezTo>
                  <a:cubicBezTo>
                    <a:pt x="81767" y="5133"/>
                    <a:pt x="77374" y="3176"/>
                    <a:pt x="74721" y="6438"/>
                  </a:cubicBezTo>
                  <a:lnTo>
                    <a:pt x="74852" y="6525"/>
                  </a:lnTo>
                  <a:cubicBezTo>
                    <a:pt x="78113" y="9004"/>
                    <a:pt x="82593" y="11961"/>
                    <a:pt x="85420" y="735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5"/>
            <p:cNvSpPr/>
            <p:nvPr/>
          </p:nvSpPr>
          <p:spPr>
            <a:xfrm>
              <a:off x="624177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828" y="5089"/>
                  </a:moveTo>
                  <a:cubicBezTo>
                    <a:pt x="871" y="5002"/>
                    <a:pt x="1" y="2610"/>
                    <a:pt x="1436" y="1305"/>
                  </a:cubicBezTo>
                  <a:cubicBezTo>
                    <a:pt x="2871" y="0"/>
                    <a:pt x="5176" y="1087"/>
                    <a:pt x="5089" y="3045"/>
                  </a:cubicBezTo>
                  <a:cubicBezTo>
                    <a:pt x="5002" y="4219"/>
                    <a:pt x="4002" y="5132"/>
                    <a:pt x="2828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5"/>
            <p:cNvSpPr/>
            <p:nvPr/>
          </p:nvSpPr>
          <p:spPr>
            <a:xfrm>
              <a:off x="6437500" y="322925"/>
              <a:ext cx="112025" cy="110925"/>
            </a:xfrm>
            <a:custGeom>
              <a:rect b="b" l="l" r="r" t="t"/>
              <a:pathLst>
                <a:path extrusionOk="0" h="4437" w="4481">
                  <a:moveTo>
                    <a:pt x="2436" y="4393"/>
                  </a:moveTo>
                  <a:cubicBezTo>
                    <a:pt x="740" y="4306"/>
                    <a:pt x="0" y="2262"/>
                    <a:pt x="1262" y="1131"/>
                  </a:cubicBezTo>
                  <a:cubicBezTo>
                    <a:pt x="2479" y="0"/>
                    <a:pt x="4480" y="914"/>
                    <a:pt x="4393" y="2610"/>
                  </a:cubicBezTo>
                  <a:cubicBezTo>
                    <a:pt x="4350" y="3654"/>
                    <a:pt x="3480" y="4437"/>
                    <a:pt x="2436" y="43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5"/>
            <p:cNvSpPr/>
            <p:nvPr/>
          </p:nvSpPr>
          <p:spPr>
            <a:xfrm>
              <a:off x="6618000" y="332700"/>
              <a:ext cx="94625" cy="94625"/>
            </a:xfrm>
            <a:custGeom>
              <a:rect b="b" l="l" r="r" t="t"/>
              <a:pathLst>
                <a:path extrusionOk="0" h="3785" w="3785">
                  <a:moveTo>
                    <a:pt x="2044" y="3741"/>
                  </a:moveTo>
                  <a:cubicBezTo>
                    <a:pt x="653" y="3698"/>
                    <a:pt x="0" y="1915"/>
                    <a:pt x="1044" y="958"/>
                  </a:cubicBezTo>
                  <a:cubicBezTo>
                    <a:pt x="2088" y="1"/>
                    <a:pt x="3784" y="827"/>
                    <a:pt x="3741" y="2219"/>
                  </a:cubicBezTo>
                  <a:cubicBezTo>
                    <a:pt x="3654" y="3089"/>
                    <a:pt x="2914" y="3785"/>
                    <a:pt x="2044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5"/>
            <p:cNvSpPr/>
            <p:nvPr/>
          </p:nvSpPr>
          <p:spPr>
            <a:xfrm>
              <a:off x="6784350" y="342500"/>
              <a:ext cx="78325" cy="77225"/>
            </a:xfrm>
            <a:custGeom>
              <a:rect b="b" l="l" r="r" t="t"/>
              <a:pathLst>
                <a:path extrusionOk="0" h="3089" w="3133">
                  <a:moveTo>
                    <a:pt x="1697" y="3088"/>
                  </a:moveTo>
                  <a:cubicBezTo>
                    <a:pt x="523" y="3045"/>
                    <a:pt x="1" y="1610"/>
                    <a:pt x="871" y="827"/>
                  </a:cubicBezTo>
                  <a:cubicBezTo>
                    <a:pt x="1740" y="0"/>
                    <a:pt x="3132" y="653"/>
                    <a:pt x="3089" y="1827"/>
                  </a:cubicBezTo>
                  <a:cubicBezTo>
                    <a:pt x="3045" y="2523"/>
                    <a:pt x="2436" y="3088"/>
                    <a:pt x="1697" y="304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5"/>
            <p:cNvSpPr/>
            <p:nvPr/>
          </p:nvSpPr>
          <p:spPr>
            <a:xfrm>
              <a:off x="121942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392" y="5089"/>
                  </a:moveTo>
                  <a:cubicBezTo>
                    <a:pt x="4306" y="5002"/>
                    <a:pt x="5176" y="2610"/>
                    <a:pt x="3741" y="1305"/>
                  </a:cubicBezTo>
                  <a:cubicBezTo>
                    <a:pt x="2306" y="0"/>
                    <a:pt x="0" y="1087"/>
                    <a:pt x="131" y="3045"/>
                  </a:cubicBezTo>
                  <a:cubicBezTo>
                    <a:pt x="174" y="4219"/>
                    <a:pt x="1175" y="5132"/>
                    <a:pt x="2392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5"/>
            <p:cNvSpPr/>
            <p:nvPr/>
          </p:nvSpPr>
          <p:spPr>
            <a:xfrm>
              <a:off x="1042200" y="322925"/>
              <a:ext cx="112000" cy="110925"/>
            </a:xfrm>
            <a:custGeom>
              <a:rect b="b" l="l" r="r" t="t"/>
              <a:pathLst>
                <a:path extrusionOk="0" h="4437" w="4480">
                  <a:moveTo>
                    <a:pt x="2044" y="4393"/>
                  </a:moveTo>
                  <a:cubicBezTo>
                    <a:pt x="3697" y="4306"/>
                    <a:pt x="4480" y="2262"/>
                    <a:pt x="3218" y="1131"/>
                  </a:cubicBezTo>
                  <a:cubicBezTo>
                    <a:pt x="2001" y="0"/>
                    <a:pt x="0" y="914"/>
                    <a:pt x="87" y="2610"/>
                  </a:cubicBezTo>
                  <a:cubicBezTo>
                    <a:pt x="130" y="3610"/>
                    <a:pt x="1000" y="4437"/>
                    <a:pt x="2044" y="43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5"/>
            <p:cNvSpPr/>
            <p:nvPr/>
          </p:nvSpPr>
          <p:spPr>
            <a:xfrm>
              <a:off x="878000" y="332700"/>
              <a:ext cx="95700" cy="94625"/>
            </a:xfrm>
            <a:custGeom>
              <a:rect b="b" l="l" r="r" t="t"/>
              <a:pathLst>
                <a:path extrusionOk="0" h="3785" w="3828">
                  <a:moveTo>
                    <a:pt x="1740" y="3741"/>
                  </a:moveTo>
                  <a:cubicBezTo>
                    <a:pt x="3176" y="3698"/>
                    <a:pt x="3828" y="1915"/>
                    <a:pt x="2741" y="958"/>
                  </a:cubicBezTo>
                  <a:cubicBezTo>
                    <a:pt x="1697" y="1"/>
                    <a:pt x="1" y="827"/>
                    <a:pt x="88" y="2219"/>
                  </a:cubicBezTo>
                  <a:cubicBezTo>
                    <a:pt x="131" y="3089"/>
                    <a:pt x="870" y="3785"/>
                    <a:pt x="1740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5"/>
            <p:cNvSpPr/>
            <p:nvPr/>
          </p:nvSpPr>
          <p:spPr>
            <a:xfrm>
              <a:off x="729050" y="342500"/>
              <a:ext cx="77225" cy="78300"/>
            </a:xfrm>
            <a:custGeom>
              <a:rect b="b" l="l" r="r" t="t"/>
              <a:pathLst>
                <a:path extrusionOk="0" h="3132" w="3089">
                  <a:moveTo>
                    <a:pt x="1435" y="3088"/>
                  </a:moveTo>
                  <a:cubicBezTo>
                    <a:pt x="2566" y="3045"/>
                    <a:pt x="3088" y="1610"/>
                    <a:pt x="2262" y="783"/>
                  </a:cubicBezTo>
                  <a:cubicBezTo>
                    <a:pt x="1392" y="0"/>
                    <a:pt x="0" y="653"/>
                    <a:pt x="44" y="1827"/>
                  </a:cubicBezTo>
                  <a:cubicBezTo>
                    <a:pt x="44" y="2523"/>
                    <a:pt x="696" y="3132"/>
                    <a:pt x="1435" y="30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81" name="Google Shape;381;p35"/>
          <p:cNvPicPr preferRelativeResize="0"/>
          <p:nvPr/>
        </p:nvPicPr>
        <p:blipFill rotWithShape="1">
          <a:blip r:embed="rId3">
            <a:alphaModFix/>
          </a:blip>
          <a:srcRect b="0" l="21470" r="0" t="0"/>
          <a:stretch/>
        </p:blipFill>
        <p:spPr>
          <a:xfrm>
            <a:off x="4562550" y="1690113"/>
            <a:ext cx="4134676" cy="2714720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>
              <a:srgbClr val="000000">
                <a:alpha val="8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6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Historia </a:t>
            </a:r>
            <a:endParaRPr/>
          </a:p>
        </p:txBody>
      </p:sp>
      <p:sp>
        <p:nvSpPr>
          <p:cNvPr id="387" name="Google Shape;387;p36"/>
          <p:cNvSpPr txBox="1"/>
          <p:nvPr>
            <p:ph idx="1" type="body"/>
          </p:nvPr>
        </p:nvSpPr>
        <p:spPr>
          <a:xfrm>
            <a:off x="4710025" y="1490925"/>
            <a:ext cx="3849300" cy="31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800"/>
              <a:t>Llegada de los españoles en el siglo XVI</a:t>
            </a:r>
            <a:endParaRPr sz="18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800"/>
              <a:t>Liderados por Francisco Pizarro</a:t>
            </a:r>
            <a:endParaRPr sz="18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800"/>
              <a:t>Fin del Imperio Inca</a:t>
            </a:r>
            <a:endParaRPr sz="18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800"/>
              <a:t>Inicio de la colonización española</a:t>
            </a:r>
            <a:endParaRPr sz="1800"/>
          </a:p>
        </p:txBody>
      </p:sp>
      <p:grpSp>
        <p:nvGrpSpPr>
          <p:cNvPr id="388" name="Google Shape;388;p36"/>
          <p:cNvGrpSpPr/>
          <p:nvPr/>
        </p:nvGrpSpPr>
        <p:grpSpPr>
          <a:xfrm>
            <a:off x="2504660" y="1133688"/>
            <a:ext cx="4134677" cy="221374"/>
            <a:chOff x="729050" y="223975"/>
            <a:chExt cx="6133625" cy="328400"/>
          </a:xfrm>
        </p:grpSpPr>
        <p:sp>
          <p:nvSpPr>
            <p:cNvPr id="389" name="Google Shape;389;p36"/>
            <p:cNvSpPr/>
            <p:nvPr/>
          </p:nvSpPr>
          <p:spPr>
            <a:xfrm>
              <a:off x="1275975" y="223975"/>
              <a:ext cx="5038675" cy="328400"/>
            </a:xfrm>
            <a:custGeom>
              <a:rect b="b" l="l" r="r" t="t"/>
              <a:pathLst>
                <a:path extrusionOk="0" h="13136" w="201547">
                  <a:moveTo>
                    <a:pt x="201547" y="5481"/>
                  </a:moveTo>
                  <a:lnTo>
                    <a:pt x="201547" y="7351"/>
                  </a:lnTo>
                  <a:lnTo>
                    <a:pt x="145136" y="7351"/>
                  </a:lnTo>
                  <a:cubicBezTo>
                    <a:pt x="143918" y="7351"/>
                    <a:pt x="142744" y="7829"/>
                    <a:pt x="141961" y="8743"/>
                  </a:cubicBezTo>
                  <a:cubicBezTo>
                    <a:pt x="140526" y="8438"/>
                    <a:pt x="139178" y="6959"/>
                    <a:pt x="137525" y="5785"/>
                  </a:cubicBezTo>
                  <a:cubicBezTo>
                    <a:pt x="135046" y="4089"/>
                    <a:pt x="133045" y="3958"/>
                    <a:pt x="130479" y="5524"/>
                  </a:cubicBezTo>
                  <a:cubicBezTo>
                    <a:pt x="129087" y="6394"/>
                    <a:pt x="127739" y="7351"/>
                    <a:pt x="126434" y="8395"/>
                  </a:cubicBezTo>
                  <a:cubicBezTo>
                    <a:pt x="122520" y="11309"/>
                    <a:pt x="117997" y="13136"/>
                    <a:pt x="115039" y="7916"/>
                  </a:cubicBezTo>
                  <a:cubicBezTo>
                    <a:pt x="113995" y="8482"/>
                    <a:pt x="112908" y="8830"/>
                    <a:pt x="111777" y="9047"/>
                  </a:cubicBezTo>
                  <a:cubicBezTo>
                    <a:pt x="105949" y="10091"/>
                    <a:pt x="103470" y="3741"/>
                    <a:pt x="107428" y="1175"/>
                  </a:cubicBezTo>
                  <a:cubicBezTo>
                    <a:pt x="109211" y="1"/>
                    <a:pt x="111690" y="392"/>
                    <a:pt x="112386" y="3132"/>
                  </a:cubicBezTo>
                  <a:cubicBezTo>
                    <a:pt x="109254" y="1784"/>
                    <a:pt x="106340" y="5872"/>
                    <a:pt x="110037" y="7046"/>
                  </a:cubicBezTo>
                  <a:cubicBezTo>
                    <a:pt x="112256" y="7742"/>
                    <a:pt x="115561" y="6003"/>
                    <a:pt x="117127" y="5046"/>
                  </a:cubicBezTo>
                  <a:cubicBezTo>
                    <a:pt x="120693" y="2828"/>
                    <a:pt x="125651" y="914"/>
                    <a:pt x="128478" y="5176"/>
                  </a:cubicBezTo>
                  <a:cubicBezTo>
                    <a:pt x="130044" y="4002"/>
                    <a:pt x="132045" y="2567"/>
                    <a:pt x="134002" y="2436"/>
                  </a:cubicBezTo>
                  <a:cubicBezTo>
                    <a:pt x="137916" y="2219"/>
                    <a:pt x="139047" y="5481"/>
                    <a:pt x="142744" y="5481"/>
                  </a:cubicBezTo>
                  <a:close/>
                  <a:moveTo>
                    <a:pt x="0" y="7351"/>
                  </a:moveTo>
                  <a:lnTo>
                    <a:pt x="0" y="5481"/>
                  </a:lnTo>
                  <a:lnTo>
                    <a:pt x="58846" y="5481"/>
                  </a:lnTo>
                  <a:cubicBezTo>
                    <a:pt x="62543" y="5481"/>
                    <a:pt x="63674" y="2219"/>
                    <a:pt x="67545" y="2436"/>
                  </a:cubicBezTo>
                  <a:cubicBezTo>
                    <a:pt x="69458" y="2567"/>
                    <a:pt x="71459" y="4002"/>
                    <a:pt x="73068" y="5176"/>
                  </a:cubicBezTo>
                  <a:cubicBezTo>
                    <a:pt x="75895" y="914"/>
                    <a:pt x="80810" y="2828"/>
                    <a:pt x="84420" y="5046"/>
                  </a:cubicBezTo>
                  <a:cubicBezTo>
                    <a:pt x="86029" y="6003"/>
                    <a:pt x="89291" y="7742"/>
                    <a:pt x="91466" y="7046"/>
                  </a:cubicBezTo>
                  <a:cubicBezTo>
                    <a:pt x="95163" y="5872"/>
                    <a:pt x="92292" y="1784"/>
                    <a:pt x="89117" y="3132"/>
                  </a:cubicBezTo>
                  <a:cubicBezTo>
                    <a:pt x="89857" y="392"/>
                    <a:pt x="92336" y="1"/>
                    <a:pt x="94119" y="1175"/>
                  </a:cubicBezTo>
                  <a:cubicBezTo>
                    <a:pt x="98077" y="3741"/>
                    <a:pt x="95554" y="10091"/>
                    <a:pt x="89770" y="9047"/>
                  </a:cubicBezTo>
                  <a:cubicBezTo>
                    <a:pt x="88639" y="8830"/>
                    <a:pt x="87551" y="8438"/>
                    <a:pt x="86508" y="7916"/>
                  </a:cubicBezTo>
                  <a:cubicBezTo>
                    <a:pt x="83550" y="13136"/>
                    <a:pt x="79027" y="11309"/>
                    <a:pt x="75112" y="8351"/>
                  </a:cubicBezTo>
                  <a:cubicBezTo>
                    <a:pt x="73808" y="7351"/>
                    <a:pt x="72459" y="6394"/>
                    <a:pt x="71068" y="5524"/>
                  </a:cubicBezTo>
                  <a:cubicBezTo>
                    <a:pt x="68502" y="3958"/>
                    <a:pt x="66501" y="4089"/>
                    <a:pt x="63978" y="5785"/>
                  </a:cubicBezTo>
                  <a:cubicBezTo>
                    <a:pt x="62369" y="6916"/>
                    <a:pt x="60977" y="8438"/>
                    <a:pt x="59585" y="8743"/>
                  </a:cubicBezTo>
                  <a:cubicBezTo>
                    <a:pt x="58759" y="7829"/>
                    <a:pt x="57585" y="7307"/>
                    <a:pt x="56367" y="7351"/>
                  </a:cubicBezTo>
                  <a:close/>
                  <a:moveTo>
                    <a:pt x="116170" y="7351"/>
                  </a:moveTo>
                  <a:cubicBezTo>
                    <a:pt x="118997" y="11961"/>
                    <a:pt x="123477" y="9004"/>
                    <a:pt x="126739" y="6525"/>
                  </a:cubicBezTo>
                  <a:lnTo>
                    <a:pt x="126869" y="6438"/>
                  </a:lnTo>
                  <a:cubicBezTo>
                    <a:pt x="124216" y="3132"/>
                    <a:pt x="119780" y="5133"/>
                    <a:pt x="116822" y="6959"/>
                  </a:cubicBezTo>
                  <a:cubicBezTo>
                    <a:pt x="116605" y="7133"/>
                    <a:pt x="116387" y="7264"/>
                    <a:pt x="116170" y="7394"/>
                  </a:cubicBezTo>
                  <a:moveTo>
                    <a:pt x="85420" y="7394"/>
                  </a:moveTo>
                  <a:cubicBezTo>
                    <a:pt x="85203" y="7264"/>
                    <a:pt x="84985" y="7133"/>
                    <a:pt x="84724" y="6959"/>
                  </a:cubicBezTo>
                  <a:cubicBezTo>
                    <a:pt x="81767" y="5133"/>
                    <a:pt x="77374" y="3176"/>
                    <a:pt x="74721" y="6438"/>
                  </a:cubicBezTo>
                  <a:lnTo>
                    <a:pt x="74852" y="6525"/>
                  </a:lnTo>
                  <a:cubicBezTo>
                    <a:pt x="78113" y="9004"/>
                    <a:pt x="82593" y="11961"/>
                    <a:pt x="85420" y="735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6"/>
            <p:cNvSpPr/>
            <p:nvPr/>
          </p:nvSpPr>
          <p:spPr>
            <a:xfrm>
              <a:off x="624177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828" y="5089"/>
                  </a:moveTo>
                  <a:cubicBezTo>
                    <a:pt x="871" y="5002"/>
                    <a:pt x="1" y="2610"/>
                    <a:pt x="1436" y="1305"/>
                  </a:cubicBezTo>
                  <a:cubicBezTo>
                    <a:pt x="2871" y="0"/>
                    <a:pt x="5176" y="1087"/>
                    <a:pt x="5089" y="3045"/>
                  </a:cubicBezTo>
                  <a:cubicBezTo>
                    <a:pt x="5002" y="4219"/>
                    <a:pt x="4002" y="5132"/>
                    <a:pt x="2828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6"/>
            <p:cNvSpPr/>
            <p:nvPr/>
          </p:nvSpPr>
          <p:spPr>
            <a:xfrm>
              <a:off x="6437500" y="322925"/>
              <a:ext cx="112025" cy="110925"/>
            </a:xfrm>
            <a:custGeom>
              <a:rect b="b" l="l" r="r" t="t"/>
              <a:pathLst>
                <a:path extrusionOk="0" h="4437" w="4481">
                  <a:moveTo>
                    <a:pt x="2436" y="4393"/>
                  </a:moveTo>
                  <a:cubicBezTo>
                    <a:pt x="740" y="4306"/>
                    <a:pt x="0" y="2262"/>
                    <a:pt x="1262" y="1131"/>
                  </a:cubicBezTo>
                  <a:cubicBezTo>
                    <a:pt x="2479" y="0"/>
                    <a:pt x="4480" y="914"/>
                    <a:pt x="4393" y="2610"/>
                  </a:cubicBezTo>
                  <a:cubicBezTo>
                    <a:pt x="4350" y="3654"/>
                    <a:pt x="3480" y="4437"/>
                    <a:pt x="2436" y="43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6"/>
            <p:cNvSpPr/>
            <p:nvPr/>
          </p:nvSpPr>
          <p:spPr>
            <a:xfrm>
              <a:off x="6618000" y="332700"/>
              <a:ext cx="94625" cy="94625"/>
            </a:xfrm>
            <a:custGeom>
              <a:rect b="b" l="l" r="r" t="t"/>
              <a:pathLst>
                <a:path extrusionOk="0" h="3785" w="3785">
                  <a:moveTo>
                    <a:pt x="2044" y="3741"/>
                  </a:moveTo>
                  <a:cubicBezTo>
                    <a:pt x="653" y="3698"/>
                    <a:pt x="0" y="1915"/>
                    <a:pt x="1044" y="958"/>
                  </a:cubicBezTo>
                  <a:cubicBezTo>
                    <a:pt x="2088" y="1"/>
                    <a:pt x="3784" y="827"/>
                    <a:pt x="3741" y="2219"/>
                  </a:cubicBezTo>
                  <a:cubicBezTo>
                    <a:pt x="3654" y="3089"/>
                    <a:pt x="2914" y="3785"/>
                    <a:pt x="2044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6"/>
            <p:cNvSpPr/>
            <p:nvPr/>
          </p:nvSpPr>
          <p:spPr>
            <a:xfrm>
              <a:off x="6784350" y="342500"/>
              <a:ext cx="78325" cy="77225"/>
            </a:xfrm>
            <a:custGeom>
              <a:rect b="b" l="l" r="r" t="t"/>
              <a:pathLst>
                <a:path extrusionOk="0" h="3089" w="3133">
                  <a:moveTo>
                    <a:pt x="1697" y="3088"/>
                  </a:moveTo>
                  <a:cubicBezTo>
                    <a:pt x="523" y="3045"/>
                    <a:pt x="1" y="1610"/>
                    <a:pt x="871" y="827"/>
                  </a:cubicBezTo>
                  <a:cubicBezTo>
                    <a:pt x="1740" y="0"/>
                    <a:pt x="3132" y="653"/>
                    <a:pt x="3089" y="1827"/>
                  </a:cubicBezTo>
                  <a:cubicBezTo>
                    <a:pt x="3045" y="2523"/>
                    <a:pt x="2436" y="3088"/>
                    <a:pt x="1697" y="304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6"/>
            <p:cNvSpPr/>
            <p:nvPr/>
          </p:nvSpPr>
          <p:spPr>
            <a:xfrm>
              <a:off x="121942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392" y="5089"/>
                  </a:moveTo>
                  <a:cubicBezTo>
                    <a:pt x="4306" y="5002"/>
                    <a:pt x="5176" y="2610"/>
                    <a:pt x="3741" y="1305"/>
                  </a:cubicBezTo>
                  <a:cubicBezTo>
                    <a:pt x="2306" y="0"/>
                    <a:pt x="0" y="1087"/>
                    <a:pt x="131" y="3045"/>
                  </a:cubicBezTo>
                  <a:cubicBezTo>
                    <a:pt x="174" y="4219"/>
                    <a:pt x="1175" y="5132"/>
                    <a:pt x="2392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6"/>
            <p:cNvSpPr/>
            <p:nvPr/>
          </p:nvSpPr>
          <p:spPr>
            <a:xfrm>
              <a:off x="1042200" y="322925"/>
              <a:ext cx="112000" cy="110925"/>
            </a:xfrm>
            <a:custGeom>
              <a:rect b="b" l="l" r="r" t="t"/>
              <a:pathLst>
                <a:path extrusionOk="0" h="4437" w="4480">
                  <a:moveTo>
                    <a:pt x="2044" y="4393"/>
                  </a:moveTo>
                  <a:cubicBezTo>
                    <a:pt x="3697" y="4306"/>
                    <a:pt x="4480" y="2262"/>
                    <a:pt x="3218" y="1131"/>
                  </a:cubicBezTo>
                  <a:cubicBezTo>
                    <a:pt x="2001" y="0"/>
                    <a:pt x="0" y="914"/>
                    <a:pt x="87" y="2610"/>
                  </a:cubicBezTo>
                  <a:cubicBezTo>
                    <a:pt x="130" y="3610"/>
                    <a:pt x="1000" y="4437"/>
                    <a:pt x="2044" y="43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6"/>
            <p:cNvSpPr/>
            <p:nvPr/>
          </p:nvSpPr>
          <p:spPr>
            <a:xfrm>
              <a:off x="878000" y="332700"/>
              <a:ext cx="95700" cy="94625"/>
            </a:xfrm>
            <a:custGeom>
              <a:rect b="b" l="l" r="r" t="t"/>
              <a:pathLst>
                <a:path extrusionOk="0" h="3785" w="3828">
                  <a:moveTo>
                    <a:pt x="1740" y="3741"/>
                  </a:moveTo>
                  <a:cubicBezTo>
                    <a:pt x="3176" y="3698"/>
                    <a:pt x="3828" y="1915"/>
                    <a:pt x="2741" y="958"/>
                  </a:cubicBezTo>
                  <a:cubicBezTo>
                    <a:pt x="1697" y="1"/>
                    <a:pt x="1" y="827"/>
                    <a:pt x="88" y="2219"/>
                  </a:cubicBezTo>
                  <a:cubicBezTo>
                    <a:pt x="131" y="3089"/>
                    <a:pt x="870" y="3785"/>
                    <a:pt x="1740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6"/>
            <p:cNvSpPr/>
            <p:nvPr/>
          </p:nvSpPr>
          <p:spPr>
            <a:xfrm>
              <a:off x="729050" y="342500"/>
              <a:ext cx="77225" cy="78300"/>
            </a:xfrm>
            <a:custGeom>
              <a:rect b="b" l="l" r="r" t="t"/>
              <a:pathLst>
                <a:path extrusionOk="0" h="3132" w="3089">
                  <a:moveTo>
                    <a:pt x="1435" y="3088"/>
                  </a:moveTo>
                  <a:cubicBezTo>
                    <a:pt x="2566" y="3045"/>
                    <a:pt x="3088" y="1610"/>
                    <a:pt x="2262" y="783"/>
                  </a:cubicBezTo>
                  <a:cubicBezTo>
                    <a:pt x="1392" y="0"/>
                    <a:pt x="0" y="653"/>
                    <a:pt x="44" y="1827"/>
                  </a:cubicBezTo>
                  <a:cubicBezTo>
                    <a:pt x="44" y="2523"/>
                    <a:pt x="696" y="3132"/>
                    <a:pt x="1435" y="30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98" name="Google Shape;39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350" y="1713925"/>
            <a:ext cx="3996775" cy="2667109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 dist="171450">
              <a:srgbClr val="000000">
                <a:alpha val="57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7"/>
          <p:cNvSpPr txBox="1"/>
          <p:nvPr>
            <p:ph idx="1" type="subTitle"/>
          </p:nvPr>
        </p:nvSpPr>
        <p:spPr>
          <a:xfrm>
            <a:off x="4574700" y="1279225"/>
            <a:ext cx="3622500" cy="34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Lucha por la independencia en el siglo XIX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Influencia de Simón Bolívar y Sucre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Parte de la Gran Colombia (1822)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Independencia total en 1830</a:t>
            </a:r>
            <a:endParaRPr sz="1800"/>
          </a:p>
        </p:txBody>
      </p:sp>
      <p:sp>
        <p:nvSpPr>
          <p:cNvPr id="404" name="Google Shape;404;p37"/>
          <p:cNvSpPr txBox="1"/>
          <p:nvPr>
            <p:ph type="title"/>
          </p:nvPr>
        </p:nvSpPr>
        <p:spPr>
          <a:xfrm>
            <a:off x="4341150" y="450128"/>
            <a:ext cx="40896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Historia </a:t>
            </a:r>
            <a:endParaRPr/>
          </a:p>
        </p:txBody>
      </p:sp>
      <p:sp>
        <p:nvSpPr>
          <p:cNvPr id="405" name="Google Shape;405;p37"/>
          <p:cNvSpPr/>
          <p:nvPr/>
        </p:nvSpPr>
        <p:spPr>
          <a:xfrm>
            <a:off x="560850" y="335850"/>
            <a:ext cx="3622500" cy="4471800"/>
          </a:xfrm>
          <a:prstGeom prst="plaque">
            <a:avLst>
              <a:gd fmla="val 8509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6" name="Google Shape;406;p37"/>
          <p:cNvGrpSpPr/>
          <p:nvPr/>
        </p:nvGrpSpPr>
        <p:grpSpPr>
          <a:xfrm>
            <a:off x="4801024" y="1026118"/>
            <a:ext cx="3169857" cy="169717"/>
            <a:chOff x="729050" y="223975"/>
            <a:chExt cx="6133625" cy="328400"/>
          </a:xfrm>
        </p:grpSpPr>
        <p:sp>
          <p:nvSpPr>
            <p:cNvPr id="407" name="Google Shape;407;p37"/>
            <p:cNvSpPr/>
            <p:nvPr/>
          </p:nvSpPr>
          <p:spPr>
            <a:xfrm>
              <a:off x="1275975" y="223975"/>
              <a:ext cx="5038675" cy="328400"/>
            </a:xfrm>
            <a:custGeom>
              <a:rect b="b" l="l" r="r" t="t"/>
              <a:pathLst>
                <a:path extrusionOk="0" h="13136" w="201547">
                  <a:moveTo>
                    <a:pt x="201547" y="5481"/>
                  </a:moveTo>
                  <a:lnTo>
                    <a:pt x="201547" y="7351"/>
                  </a:lnTo>
                  <a:lnTo>
                    <a:pt x="145136" y="7351"/>
                  </a:lnTo>
                  <a:cubicBezTo>
                    <a:pt x="143918" y="7351"/>
                    <a:pt x="142744" y="7829"/>
                    <a:pt x="141961" y="8743"/>
                  </a:cubicBezTo>
                  <a:cubicBezTo>
                    <a:pt x="140526" y="8438"/>
                    <a:pt x="139178" y="6959"/>
                    <a:pt x="137525" y="5785"/>
                  </a:cubicBezTo>
                  <a:cubicBezTo>
                    <a:pt x="135046" y="4089"/>
                    <a:pt x="133045" y="3958"/>
                    <a:pt x="130479" y="5524"/>
                  </a:cubicBezTo>
                  <a:cubicBezTo>
                    <a:pt x="129087" y="6394"/>
                    <a:pt x="127739" y="7351"/>
                    <a:pt x="126434" y="8395"/>
                  </a:cubicBezTo>
                  <a:cubicBezTo>
                    <a:pt x="122520" y="11309"/>
                    <a:pt x="117997" y="13136"/>
                    <a:pt x="115039" y="7916"/>
                  </a:cubicBezTo>
                  <a:cubicBezTo>
                    <a:pt x="113995" y="8482"/>
                    <a:pt x="112908" y="8830"/>
                    <a:pt x="111777" y="9047"/>
                  </a:cubicBezTo>
                  <a:cubicBezTo>
                    <a:pt x="105949" y="10091"/>
                    <a:pt x="103470" y="3741"/>
                    <a:pt x="107428" y="1175"/>
                  </a:cubicBezTo>
                  <a:cubicBezTo>
                    <a:pt x="109211" y="1"/>
                    <a:pt x="111690" y="392"/>
                    <a:pt x="112386" y="3132"/>
                  </a:cubicBezTo>
                  <a:cubicBezTo>
                    <a:pt x="109254" y="1784"/>
                    <a:pt x="106340" y="5872"/>
                    <a:pt x="110037" y="7046"/>
                  </a:cubicBezTo>
                  <a:cubicBezTo>
                    <a:pt x="112256" y="7742"/>
                    <a:pt x="115561" y="6003"/>
                    <a:pt x="117127" y="5046"/>
                  </a:cubicBezTo>
                  <a:cubicBezTo>
                    <a:pt x="120693" y="2828"/>
                    <a:pt x="125651" y="914"/>
                    <a:pt x="128478" y="5176"/>
                  </a:cubicBezTo>
                  <a:cubicBezTo>
                    <a:pt x="130044" y="4002"/>
                    <a:pt x="132045" y="2567"/>
                    <a:pt x="134002" y="2436"/>
                  </a:cubicBezTo>
                  <a:cubicBezTo>
                    <a:pt x="137916" y="2219"/>
                    <a:pt x="139047" y="5481"/>
                    <a:pt x="142744" y="5481"/>
                  </a:cubicBezTo>
                  <a:close/>
                  <a:moveTo>
                    <a:pt x="0" y="7351"/>
                  </a:moveTo>
                  <a:lnTo>
                    <a:pt x="0" y="5481"/>
                  </a:lnTo>
                  <a:lnTo>
                    <a:pt x="58846" y="5481"/>
                  </a:lnTo>
                  <a:cubicBezTo>
                    <a:pt x="62543" y="5481"/>
                    <a:pt x="63674" y="2219"/>
                    <a:pt x="67545" y="2436"/>
                  </a:cubicBezTo>
                  <a:cubicBezTo>
                    <a:pt x="69458" y="2567"/>
                    <a:pt x="71459" y="4002"/>
                    <a:pt x="73068" y="5176"/>
                  </a:cubicBezTo>
                  <a:cubicBezTo>
                    <a:pt x="75895" y="914"/>
                    <a:pt x="80810" y="2828"/>
                    <a:pt x="84420" y="5046"/>
                  </a:cubicBezTo>
                  <a:cubicBezTo>
                    <a:pt x="86029" y="6003"/>
                    <a:pt x="89291" y="7742"/>
                    <a:pt x="91466" y="7046"/>
                  </a:cubicBezTo>
                  <a:cubicBezTo>
                    <a:pt x="95163" y="5872"/>
                    <a:pt x="92292" y="1784"/>
                    <a:pt x="89117" y="3132"/>
                  </a:cubicBezTo>
                  <a:cubicBezTo>
                    <a:pt x="89857" y="392"/>
                    <a:pt x="92336" y="1"/>
                    <a:pt x="94119" y="1175"/>
                  </a:cubicBezTo>
                  <a:cubicBezTo>
                    <a:pt x="98077" y="3741"/>
                    <a:pt x="95554" y="10091"/>
                    <a:pt x="89770" y="9047"/>
                  </a:cubicBezTo>
                  <a:cubicBezTo>
                    <a:pt x="88639" y="8830"/>
                    <a:pt x="87551" y="8438"/>
                    <a:pt x="86508" y="7916"/>
                  </a:cubicBezTo>
                  <a:cubicBezTo>
                    <a:pt x="83550" y="13136"/>
                    <a:pt x="79027" y="11309"/>
                    <a:pt x="75112" y="8351"/>
                  </a:cubicBezTo>
                  <a:cubicBezTo>
                    <a:pt x="73808" y="7351"/>
                    <a:pt x="72459" y="6394"/>
                    <a:pt x="71068" y="5524"/>
                  </a:cubicBezTo>
                  <a:cubicBezTo>
                    <a:pt x="68502" y="3958"/>
                    <a:pt x="66501" y="4089"/>
                    <a:pt x="63978" y="5785"/>
                  </a:cubicBezTo>
                  <a:cubicBezTo>
                    <a:pt x="62369" y="6916"/>
                    <a:pt x="60977" y="8438"/>
                    <a:pt x="59585" y="8743"/>
                  </a:cubicBezTo>
                  <a:cubicBezTo>
                    <a:pt x="58759" y="7829"/>
                    <a:pt x="57585" y="7307"/>
                    <a:pt x="56367" y="7351"/>
                  </a:cubicBezTo>
                  <a:close/>
                  <a:moveTo>
                    <a:pt x="116170" y="7351"/>
                  </a:moveTo>
                  <a:cubicBezTo>
                    <a:pt x="118997" y="11961"/>
                    <a:pt x="123477" y="9004"/>
                    <a:pt x="126739" y="6525"/>
                  </a:cubicBezTo>
                  <a:lnTo>
                    <a:pt x="126869" y="6438"/>
                  </a:lnTo>
                  <a:cubicBezTo>
                    <a:pt x="124216" y="3132"/>
                    <a:pt x="119780" y="5133"/>
                    <a:pt x="116822" y="6959"/>
                  </a:cubicBezTo>
                  <a:cubicBezTo>
                    <a:pt x="116605" y="7133"/>
                    <a:pt x="116387" y="7264"/>
                    <a:pt x="116170" y="7394"/>
                  </a:cubicBezTo>
                  <a:moveTo>
                    <a:pt x="85420" y="7394"/>
                  </a:moveTo>
                  <a:cubicBezTo>
                    <a:pt x="85203" y="7264"/>
                    <a:pt x="84985" y="7133"/>
                    <a:pt x="84724" y="6959"/>
                  </a:cubicBezTo>
                  <a:cubicBezTo>
                    <a:pt x="81767" y="5133"/>
                    <a:pt x="77374" y="3176"/>
                    <a:pt x="74721" y="6438"/>
                  </a:cubicBezTo>
                  <a:lnTo>
                    <a:pt x="74852" y="6525"/>
                  </a:lnTo>
                  <a:cubicBezTo>
                    <a:pt x="78113" y="9004"/>
                    <a:pt x="82593" y="11961"/>
                    <a:pt x="85420" y="735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7"/>
            <p:cNvSpPr/>
            <p:nvPr/>
          </p:nvSpPr>
          <p:spPr>
            <a:xfrm>
              <a:off x="624177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828" y="5089"/>
                  </a:moveTo>
                  <a:cubicBezTo>
                    <a:pt x="871" y="5002"/>
                    <a:pt x="1" y="2610"/>
                    <a:pt x="1436" y="1305"/>
                  </a:cubicBezTo>
                  <a:cubicBezTo>
                    <a:pt x="2871" y="0"/>
                    <a:pt x="5176" y="1087"/>
                    <a:pt x="5089" y="3045"/>
                  </a:cubicBezTo>
                  <a:cubicBezTo>
                    <a:pt x="5002" y="4219"/>
                    <a:pt x="4002" y="5132"/>
                    <a:pt x="2828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7"/>
            <p:cNvSpPr/>
            <p:nvPr/>
          </p:nvSpPr>
          <p:spPr>
            <a:xfrm>
              <a:off x="6437500" y="322925"/>
              <a:ext cx="112025" cy="110925"/>
            </a:xfrm>
            <a:custGeom>
              <a:rect b="b" l="l" r="r" t="t"/>
              <a:pathLst>
                <a:path extrusionOk="0" h="4437" w="4481">
                  <a:moveTo>
                    <a:pt x="2436" y="4393"/>
                  </a:moveTo>
                  <a:cubicBezTo>
                    <a:pt x="740" y="4306"/>
                    <a:pt x="0" y="2262"/>
                    <a:pt x="1262" y="1131"/>
                  </a:cubicBezTo>
                  <a:cubicBezTo>
                    <a:pt x="2479" y="0"/>
                    <a:pt x="4480" y="914"/>
                    <a:pt x="4393" y="2610"/>
                  </a:cubicBezTo>
                  <a:cubicBezTo>
                    <a:pt x="4350" y="3654"/>
                    <a:pt x="3480" y="4437"/>
                    <a:pt x="2436" y="43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7"/>
            <p:cNvSpPr/>
            <p:nvPr/>
          </p:nvSpPr>
          <p:spPr>
            <a:xfrm>
              <a:off x="6618000" y="332700"/>
              <a:ext cx="94625" cy="94625"/>
            </a:xfrm>
            <a:custGeom>
              <a:rect b="b" l="l" r="r" t="t"/>
              <a:pathLst>
                <a:path extrusionOk="0" h="3785" w="3785">
                  <a:moveTo>
                    <a:pt x="2044" y="3741"/>
                  </a:moveTo>
                  <a:cubicBezTo>
                    <a:pt x="653" y="3698"/>
                    <a:pt x="0" y="1915"/>
                    <a:pt x="1044" y="958"/>
                  </a:cubicBezTo>
                  <a:cubicBezTo>
                    <a:pt x="2088" y="1"/>
                    <a:pt x="3784" y="827"/>
                    <a:pt x="3741" y="2219"/>
                  </a:cubicBezTo>
                  <a:cubicBezTo>
                    <a:pt x="3654" y="3089"/>
                    <a:pt x="2914" y="3785"/>
                    <a:pt x="2044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7"/>
            <p:cNvSpPr/>
            <p:nvPr/>
          </p:nvSpPr>
          <p:spPr>
            <a:xfrm>
              <a:off x="6784350" y="342500"/>
              <a:ext cx="78325" cy="77225"/>
            </a:xfrm>
            <a:custGeom>
              <a:rect b="b" l="l" r="r" t="t"/>
              <a:pathLst>
                <a:path extrusionOk="0" h="3089" w="3133">
                  <a:moveTo>
                    <a:pt x="1697" y="3088"/>
                  </a:moveTo>
                  <a:cubicBezTo>
                    <a:pt x="523" y="3045"/>
                    <a:pt x="1" y="1610"/>
                    <a:pt x="871" y="827"/>
                  </a:cubicBezTo>
                  <a:cubicBezTo>
                    <a:pt x="1740" y="0"/>
                    <a:pt x="3132" y="653"/>
                    <a:pt x="3089" y="1827"/>
                  </a:cubicBezTo>
                  <a:cubicBezTo>
                    <a:pt x="3045" y="2523"/>
                    <a:pt x="2436" y="3088"/>
                    <a:pt x="1697" y="304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7"/>
            <p:cNvSpPr/>
            <p:nvPr/>
          </p:nvSpPr>
          <p:spPr>
            <a:xfrm>
              <a:off x="121942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392" y="5089"/>
                  </a:moveTo>
                  <a:cubicBezTo>
                    <a:pt x="4306" y="5002"/>
                    <a:pt x="5176" y="2610"/>
                    <a:pt x="3741" y="1305"/>
                  </a:cubicBezTo>
                  <a:cubicBezTo>
                    <a:pt x="2306" y="0"/>
                    <a:pt x="0" y="1087"/>
                    <a:pt x="131" y="3045"/>
                  </a:cubicBezTo>
                  <a:cubicBezTo>
                    <a:pt x="174" y="4219"/>
                    <a:pt x="1175" y="5132"/>
                    <a:pt x="2392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7"/>
            <p:cNvSpPr/>
            <p:nvPr/>
          </p:nvSpPr>
          <p:spPr>
            <a:xfrm>
              <a:off x="1042200" y="322925"/>
              <a:ext cx="112000" cy="110925"/>
            </a:xfrm>
            <a:custGeom>
              <a:rect b="b" l="l" r="r" t="t"/>
              <a:pathLst>
                <a:path extrusionOk="0" h="4437" w="4480">
                  <a:moveTo>
                    <a:pt x="2044" y="4393"/>
                  </a:moveTo>
                  <a:cubicBezTo>
                    <a:pt x="3697" y="4306"/>
                    <a:pt x="4480" y="2262"/>
                    <a:pt x="3218" y="1131"/>
                  </a:cubicBezTo>
                  <a:cubicBezTo>
                    <a:pt x="2001" y="0"/>
                    <a:pt x="0" y="914"/>
                    <a:pt x="87" y="2610"/>
                  </a:cubicBezTo>
                  <a:cubicBezTo>
                    <a:pt x="130" y="3610"/>
                    <a:pt x="1000" y="4437"/>
                    <a:pt x="2044" y="43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7"/>
            <p:cNvSpPr/>
            <p:nvPr/>
          </p:nvSpPr>
          <p:spPr>
            <a:xfrm>
              <a:off x="878000" y="332700"/>
              <a:ext cx="95700" cy="94625"/>
            </a:xfrm>
            <a:custGeom>
              <a:rect b="b" l="l" r="r" t="t"/>
              <a:pathLst>
                <a:path extrusionOk="0" h="3785" w="3828">
                  <a:moveTo>
                    <a:pt x="1740" y="3741"/>
                  </a:moveTo>
                  <a:cubicBezTo>
                    <a:pt x="3176" y="3698"/>
                    <a:pt x="3828" y="1915"/>
                    <a:pt x="2741" y="958"/>
                  </a:cubicBezTo>
                  <a:cubicBezTo>
                    <a:pt x="1697" y="1"/>
                    <a:pt x="1" y="827"/>
                    <a:pt x="88" y="2219"/>
                  </a:cubicBezTo>
                  <a:cubicBezTo>
                    <a:pt x="131" y="3089"/>
                    <a:pt x="870" y="3785"/>
                    <a:pt x="1740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7"/>
            <p:cNvSpPr/>
            <p:nvPr/>
          </p:nvSpPr>
          <p:spPr>
            <a:xfrm>
              <a:off x="729050" y="342500"/>
              <a:ext cx="77225" cy="78300"/>
            </a:xfrm>
            <a:custGeom>
              <a:rect b="b" l="l" r="r" t="t"/>
              <a:pathLst>
                <a:path extrusionOk="0" h="3132" w="3089">
                  <a:moveTo>
                    <a:pt x="1435" y="3088"/>
                  </a:moveTo>
                  <a:cubicBezTo>
                    <a:pt x="2566" y="3045"/>
                    <a:pt x="3088" y="1610"/>
                    <a:pt x="2262" y="783"/>
                  </a:cubicBezTo>
                  <a:cubicBezTo>
                    <a:pt x="1392" y="0"/>
                    <a:pt x="0" y="653"/>
                    <a:pt x="44" y="1827"/>
                  </a:cubicBezTo>
                  <a:cubicBezTo>
                    <a:pt x="44" y="2523"/>
                    <a:pt x="696" y="3132"/>
                    <a:pt x="1435" y="30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16" name="Google Shape;41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663" y="450125"/>
            <a:ext cx="3290875" cy="4243249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8"/>
          <p:cNvSpPr txBox="1"/>
          <p:nvPr>
            <p:ph idx="1" type="subTitle"/>
          </p:nvPr>
        </p:nvSpPr>
        <p:spPr>
          <a:xfrm>
            <a:off x="560850" y="1431875"/>
            <a:ext cx="3622500" cy="34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Conflictos territoriales con Perú hasta 1998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Inestabilidad política constante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Dictaduras militares (1972–1979)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Nueva Constitución en 2008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Últimas elecciones en 2021</a:t>
            </a:r>
            <a:endParaRPr sz="1800"/>
          </a:p>
        </p:txBody>
      </p:sp>
      <p:sp>
        <p:nvSpPr>
          <p:cNvPr id="422" name="Google Shape;422;p38"/>
          <p:cNvSpPr txBox="1"/>
          <p:nvPr>
            <p:ph type="title"/>
          </p:nvPr>
        </p:nvSpPr>
        <p:spPr>
          <a:xfrm>
            <a:off x="292350" y="540028"/>
            <a:ext cx="40896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Historia </a:t>
            </a:r>
            <a:endParaRPr/>
          </a:p>
        </p:txBody>
      </p:sp>
      <p:sp>
        <p:nvSpPr>
          <p:cNvPr id="423" name="Google Shape;423;p38"/>
          <p:cNvSpPr/>
          <p:nvPr/>
        </p:nvSpPr>
        <p:spPr>
          <a:xfrm>
            <a:off x="4606275" y="587275"/>
            <a:ext cx="3622500" cy="4471800"/>
          </a:xfrm>
          <a:prstGeom prst="plaque">
            <a:avLst>
              <a:gd fmla="val 8509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4" name="Google Shape;424;p38"/>
          <p:cNvGrpSpPr/>
          <p:nvPr/>
        </p:nvGrpSpPr>
        <p:grpSpPr>
          <a:xfrm>
            <a:off x="752224" y="1116018"/>
            <a:ext cx="3169857" cy="169717"/>
            <a:chOff x="729050" y="223975"/>
            <a:chExt cx="6133625" cy="328400"/>
          </a:xfrm>
        </p:grpSpPr>
        <p:sp>
          <p:nvSpPr>
            <p:cNvPr id="425" name="Google Shape;425;p38"/>
            <p:cNvSpPr/>
            <p:nvPr/>
          </p:nvSpPr>
          <p:spPr>
            <a:xfrm>
              <a:off x="1275975" y="223975"/>
              <a:ext cx="5038675" cy="328400"/>
            </a:xfrm>
            <a:custGeom>
              <a:rect b="b" l="l" r="r" t="t"/>
              <a:pathLst>
                <a:path extrusionOk="0" h="13136" w="201547">
                  <a:moveTo>
                    <a:pt x="201547" y="5481"/>
                  </a:moveTo>
                  <a:lnTo>
                    <a:pt x="201547" y="7351"/>
                  </a:lnTo>
                  <a:lnTo>
                    <a:pt x="145136" y="7351"/>
                  </a:lnTo>
                  <a:cubicBezTo>
                    <a:pt x="143918" y="7351"/>
                    <a:pt x="142744" y="7829"/>
                    <a:pt x="141961" y="8743"/>
                  </a:cubicBezTo>
                  <a:cubicBezTo>
                    <a:pt x="140526" y="8438"/>
                    <a:pt x="139178" y="6959"/>
                    <a:pt x="137525" y="5785"/>
                  </a:cubicBezTo>
                  <a:cubicBezTo>
                    <a:pt x="135046" y="4089"/>
                    <a:pt x="133045" y="3958"/>
                    <a:pt x="130479" y="5524"/>
                  </a:cubicBezTo>
                  <a:cubicBezTo>
                    <a:pt x="129087" y="6394"/>
                    <a:pt x="127739" y="7351"/>
                    <a:pt x="126434" y="8395"/>
                  </a:cubicBezTo>
                  <a:cubicBezTo>
                    <a:pt x="122520" y="11309"/>
                    <a:pt x="117997" y="13136"/>
                    <a:pt x="115039" y="7916"/>
                  </a:cubicBezTo>
                  <a:cubicBezTo>
                    <a:pt x="113995" y="8482"/>
                    <a:pt x="112908" y="8830"/>
                    <a:pt x="111777" y="9047"/>
                  </a:cubicBezTo>
                  <a:cubicBezTo>
                    <a:pt x="105949" y="10091"/>
                    <a:pt x="103470" y="3741"/>
                    <a:pt x="107428" y="1175"/>
                  </a:cubicBezTo>
                  <a:cubicBezTo>
                    <a:pt x="109211" y="1"/>
                    <a:pt x="111690" y="392"/>
                    <a:pt x="112386" y="3132"/>
                  </a:cubicBezTo>
                  <a:cubicBezTo>
                    <a:pt x="109254" y="1784"/>
                    <a:pt x="106340" y="5872"/>
                    <a:pt x="110037" y="7046"/>
                  </a:cubicBezTo>
                  <a:cubicBezTo>
                    <a:pt x="112256" y="7742"/>
                    <a:pt x="115561" y="6003"/>
                    <a:pt x="117127" y="5046"/>
                  </a:cubicBezTo>
                  <a:cubicBezTo>
                    <a:pt x="120693" y="2828"/>
                    <a:pt x="125651" y="914"/>
                    <a:pt x="128478" y="5176"/>
                  </a:cubicBezTo>
                  <a:cubicBezTo>
                    <a:pt x="130044" y="4002"/>
                    <a:pt x="132045" y="2567"/>
                    <a:pt x="134002" y="2436"/>
                  </a:cubicBezTo>
                  <a:cubicBezTo>
                    <a:pt x="137916" y="2219"/>
                    <a:pt x="139047" y="5481"/>
                    <a:pt x="142744" y="5481"/>
                  </a:cubicBezTo>
                  <a:close/>
                  <a:moveTo>
                    <a:pt x="0" y="7351"/>
                  </a:moveTo>
                  <a:lnTo>
                    <a:pt x="0" y="5481"/>
                  </a:lnTo>
                  <a:lnTo>
                    <a:pt x="58846" y="5481"/>
                  </a:lnTo>
                  <a:cubicBezTo>
                    <a:pt x="62543" y="5481"/>
                    <a:pt x="63674" y="2219"/>
                    <a:pt x="67545" y="2436"/>
                  </a:cubicBezTo>
                  <a:cubicBezTo>
                    <a:pt x="69458" y="2567"/>
                    <a:pt x="71459" y="4002"/>
                    <a:pt x="73068" y="5176"/>
                  </a:cubicBezTo>
                  <a:cubicBezTo>
                    <a:pt x="75895" y="914"/>
                    <a:pt x="80810" y="2828"/>
                    <a:pt x="84420" y="5046"/>
                  </a:cubicBezTo>
                  <a:cubicBezTo>
                    <a:pt x="86029" y="6003"/>
                    <a:pt x="89291" y="7742"/>
                    <a:pt x="91466" y="7046"/>
                  </a:cubicBezTo>
                  <a:cubicBezTo>
                    <a:pt x="95163" y="5872"/>
                    <a:pt x="92292" y="1784"/>
                    <a:pt x="89117" y="3132"/>
                  </a:cubicBezTo>
                  <a:cubicBezTo>
                    <a:pt x="89857" y="392"/>
                    <a:pt x="92336" y="1"/>
                    <a:pt x="94119" y="1175"/>
                  </a:cubicBezTo>
                  <a:cubicBezTo>
                    <a:pt x="98077" y="3741"/>
                    <a:pt x="95554" y="10091"/>
                    <a:pt x="89770" y="9047"/>
                  </a:cubicBezTo>
                  <a:cubicBezTo>
                    <a:pt x="88639" y="8830"/>
                    <a:pt x="87551" y="8438"/>
                    <a:pt x="86508" y="7916"/>
                  </a:cubicBezTo>
                  <a:cubicBezTo>
                    <a:pt x="83550" y="13136"/>
                    <a:pt x="79027" y="11309"/>
                    <a:pt x="75112" y="8351"/>
                  </a:cubicBezTo>
                  <a:cubicBezTo>
                    <a:pt x="73808" y="7351"/>
                    <a:pt x="72459" y="6394"/>
                    <a:pt x="71068" y="5524"/>
                  </a:cubicBezTo>
                  <a:cubicBezTo>
                    <a:pt x="68502" y="3958"/>
                    <a:pt x="66501" y="4089"/>
                    <a:pt x="63978" y="5785"/>
                  </a:cubicBezTo>
                  <a:cubicBezTo>
                    <a:pt x="62369" y="6916"/>
                    <a:pt x="60977" y="8438"/>
                    <a:pt x="59585" y="8743"/>
                  </a:cubicBezTo>
                  <a:cubicBezTo>
                    <a:pt x="58759" y="7829"/>
                    <a:pt x="57585" y="7307"/>
                    <a:pt x="56367" y="7351"/>
                  </a:cubicBezTo>
                  <a:close/>
                  <a:moveTo>
                    <a:pt x="116170" y="7351"/>
                  </a:moveTo>
                  <a:cubicBezTo>
                    <a:pt x="118997" y="11961"/>
                    <a:pt x="123477" y="9004"/>
                    <a:pt x="126739" y="6525"/>
                  </a:cubicBezTo>
                  <a:lnTo>
                    <a:pt x="126869" y="6438"/>
                  </a:lnTo>
                  <a:cubicBezTo>
                    <a:pt x="124216" y="3132"/>
                    <a:pt x="119780" y="5133"/>
                    <a:pt x="116822" y="6959"/>
                  </a:cubicBezTo>
                  <a:cubicBezTo>
                    <a:pt x="116605" y="7133"/>
                    <a:pt x="116387" y="7264"/>
                    <a:pt x="116170" y="7394"/>
                  </a:cubicBezTo>
                  <a:moveTo>
                    <a:pt x="85420" y="7394"/>
                  </a:moveTo>
                  <a:cubicBezTo>
                    <a:pt x="85203" y="7264"/>
                    <a:pt x="84985" y="7133"/>
                    <a:pt x="84724" y="6959"/>
                  </a:cubicBezTo>
                  <a:cubicBezTo>
                    <a:pt x="81767" y="5133"/>
                    <a:pt x="77374" y="3176"/>
                    <a:pt x="74721" y="6438"/>
                  </a:cubicBezTo>
                  <a:lnTo>
                    <a:pt x="74852" y="6525"/>
                  </a:lnTo>
                  <a:cubicBezTo>
                    <a:pt x="78113" y="9004"/>
                    <a:pt x="82593" y="11961"/>
                    <a:pt x="85420" y="735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8"/>
            <p:cNvSpPr/>
            <p:nvPr/>
          </p:nvSpPr>
          <p:spPr>
            <a:xfrm>
              <a:off x="624177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828" y="5089"/>
                  </a:moveTo>
                  <a:cubicBezTo>
                    <a:pt x="871" y="5002"/>
                    <a:pt x="1" y="2610"/>
                    <a:pt x="1436" y="1305"/>
                  </a:cubicBezTo>
                  <a:cubicBezTo>
                    <a:pt x="2871" y="0"/>
                    <a:pt x="5176" y="1087"/>
                    <a:pt x="5089" y="3045"/>
                  </a:cubicBezTo>
                  <a:cubicBezTo>
                    <a:pt x="5002" y="4219"/>
                    <a:pt x="4002" y="5132"/>
                    <a:pt x="2828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8"/>
            <p:cNvSpPr/>
            <p:nvPr/>
          </p:nvSpPr>
          <p:spPr>
            <a:xfrm>
              <a:off x="6437500" y="322925"/>
              <a:ext cx="112025" cy="110925"/>
            </a:xfrm>
            <a:custGeom>
              <a:rect b="b" l="l" r="r" t="t"/>
              <a:pathLst>
                <a:path extrusionOk="0" h="4437" w="4481">
                  <a:moveTo>
                    <a:pt x="2436" y="4393"/>
                  </a:moveTo>
                  <a:cubicBezTo>
                    <a:pt x="740" y="4306"/>
                    <a:pt x="0" y="2262"/>
                    <a:pt x="1262" y="1131"/>
                  </a:cubicBezTo>
                  <a:cubicBezTo>
                    <a:pt x="2479" y="0"/>
                    <a:pt x="4480" y="914"/>
                    <a:pt x="4393" y="2610"/>
                  </a:cubicBezTo>
                  <a:cubicBezTo>
                    <a:pt x="4350" y="3654"/>
                    <a:pt x="3480" y="4437"/>
                    <a:pt x="2436" y="43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8"/>
            <p:cNvSpPr/>
            <p:nvPr/>
          </p:nvSpPr>
          <p:spPr>
            <a:xfrm>
              <a:off x="6618000" y="332700"/>
              <a:ext cx="94625" cy="94625"/>
            </a:xfrm>
            <a:custGeom>
              <a:rect b="b" l="l" r="r" t="t"/>
              <a:pathLst>
                <a:path extrusionOk="0" h="3785" w="3785">
                  <a:moveTo>
                    <a:pt x="2044" y="3741"/>
                  </a:moveTo>
                  <a:cubicBezTo>
                    <a:pt x="653" y="3698"/>
                    <a:pt x="0" y="1915"/>
                    <a:pt x="1044" y="958"/>
                  </a:cubicBezTo>
                  <a:cubicBezTo>
                    <a:pt x="2088" y="1"/>
                    <a:pt x="3784" y="827"/>
                    <a:pt x="3741" y="2219"/>
                  </a:cubicBezTo>
                  <a:cubicBezTo>
                    <a:pt x="3654" y="3089"/>
                    <a:pt x="2914" y="3785"/>
                    <a:pt x="2044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8"/>
            <p:cNvSpPr/>
            <p:nvPr/>
          </p:nvSpPr>
          <p:spPr>
            <a:xfrm>
              <a:off x="6784350" y="342500"/>
              <a:ext cx="78325" cy="77225"/>
            </a:xfrm>
            <a:custGeom>
              <a:rect b="b" l="l" r="r" t="t"/>
              <a:pathLst>
                <a:path extrusionOk="0" h="3089" w="3133">
                  <a:moveTo>
                    <a:pt x="1697" y="3088"/>
                  </a:moveTo>
                  <a:cubicBezTo>
                    <a:pt x="523" y="3045"/>
                    <a:pt x="1" y="1610"/>
                    <a:pt x="871" y="827"/>
                  </a:cubicBezTo>
                  <a:cubicBezTo>
                    <a:pt x="1740" y="0"/>
                    <a:pt x="3132" y="653"/>
                    <a:pt x="3089" y="1827"/>
                  </a:cubicBezTo>
                  <a:cubicBezTo>
                    <a:pt x="3045" y="2523"/>
                    <a:pt x="2436" y="3088"/>
                    <a:pt x="1697" y="304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8"/>
            <p:cNvSpPr/>
            <p:nvPr/>
          </p:nvSpPr>
          <p:spPr>
            <a:xfrm>
              <a:off x="121942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392" y="5089"/>
                  </a:moveTo>
                  <a:cubicBezTo>
                    <a:pt x="4306" y="5002"/>
                    <a:pt x="5176" y="2610"/>
                    <a:pt x="3741" y="1305"/>
                  </a:cubicBezTo>
                  <a:cubicBezTo>
                    <a:pt x="2306" y="0"/>
                    <a:pt x="0" y="1087"/>
                    <a:pt x="131" y="3045"/>
                  </a:cubicBezTo>
                  <a:cubicBezTo>
                    <a:pt x="174" y="4219"/>
                    <a:pt x="1175" y="5132"/>
                    <a:pt x="2392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8"/>
            <p:cNvSpPr/>
            <p:nvPr/>
          </p:nvSpPr>
          <p:spPr>
            <a:xfrm>
              <a:off x="1042200" y="322925"/>
              <a:ext cx="112000" cy="110925"/>
            </a:xfrm>
            <a:custGeom>
              <a:rect b="b" l="l" r="r" t="t"/>
              <a:pathLst>
                <a:path extrusionOk="0" h="4437" w="4480">
                  <a:moveTo>
                    <a:pt x="2044" y="4393"/>
                  </a:moveTo>
                  <a:cubicBezTo>
                    <a:pt x="3697" y="4306"/>
                    <a:pt x="4480" y="2262"/>
                    <a:pt x="3218" y="1131"/>
                  </a:cubicBezTo>
                  <a:cubicBezTo>
                    <a:pt x="2001" y="0"/>
                    <a:pt x="0" y="914"/>
                    <a:pt x="87" y="2610"/>
                  </a:cubicBezTo>
                  <a:cubicBezTo>
                    <a:pt x="130" y="3610"/>
                    <a:pt x="1000" y="4437"/>
                    <a:pt x="2044" y="43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8"/>
            <p:cNvSpPr/>
            <p:nvPr/>
          </p:nvSpPr>
          <p:spPr>
            <a:xfrm>
              <a:off x="878000" y="332700"/>
              <a:ext cx="95700" cy="94625"/>
            </a:xfrm>
            <a:custGeom>
              <a:rect b="b" l="l" r="r" t="t"/>
              <a:pathLst>
                <a:path extrusionOk="0" h="3785" w="3828">
                  <a:moveTo>
                    <a:pt x="1740" y="3741"/>
                  </a:moveTo>
                  <a:cubicBezTo>
                    <a:pt x="3176" y="3698"/>
                    <a:pt x="3828" y="1915"/>
                    <a:pt x="2741" y="958"/>
                  </a:cubicBezTo>
                  <a:cubicBezTo>
                    <a:pt x="1697" y="1"/>
                    <a:pt x="1" y="827"/>
                    <a:pt x="88" y="2219"/>
                  </a:cubicBezTo>
                  <a:cubicBezTo>
                    <a:pt x="131" y="3089"/>
                    <a:pt x="870" y="3785"/>
                    <a:pt x="1740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8"/>
            <p:cNvSpPr/>
            <p:nvPr/>
          </p:nvSpPr>
          <p:spPr>
            <a:xfrm>
              <a:off x="729050" y="342500"/>
              <a:ext cx="77225" cy="78300"/>
            </a:xfrm>
            <a:custGeom>
              <a:rect b="b" l="l" r="r" t="t"/>
              <a:pathLst>
                <a:path extrusionOk="0" h="3132" w="3089">
                  <a:moveTo>
                    <a:pt x="1435" y="3088"/>
                  </a:moveTo>
                  <a:cubicBezTo>
                    <a:pt x="2566" y="3045"/>
                    <a:pt x="3088" y="1610"/>
                    <a:pt x="2262" y="783"/>
                  </a:cubicBezTo>
                  <a:cubicBezTo>
                    <a:pt x="1392" y="0"/>
                    <a:pt x="0" y="653"/>
                    <a:pt x="44" y="1827"/>
                  </a:cubicBezTo>
                  <a:cubicBezTo>
                    <a:pt x="44" y="2523"/>
                    <a:pt x="696" y="3132"/>
                    <a:pt x="1435" y="30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34" name="Google Shape;434;p38"/>
          <p:cNvPicPr preferRelativeResize="0"/>
          <p:nvPr/>
        </p:nvPicPr>
        <p:blipFill rotWithShape="1">
          <a:blip r:embed="rId3">
            <a:alphaModFix/>
          </a:blip>
          <a:srcRect b="0" l="32949" r="28273" t="0"/>
          <a:stretch/>
        </p:blipFill>
        <p:spPr>
          <a:xfrm>
            <a:off x="4772096" y="701550"/>
            <a:ext cx="3290850" cy="42432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9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Moneda</a:t>
            </a:r>
            <a:endParaRPr/>
          </a:p>
        </p:txBody>
      </p:sp>
      <p:sp>
        <p:nvSpPr>
          <p:cNvPr id="440" name="Google Shape;440;p39"/>
          <p:cNvSpPr txBox="1"/>
          <p:nvPr>
            <p:ph idx="1" type="body"/>
          </p:nvPr>
        </p:nvSpPr>
        <p:spPr>
          <a:xfrm>
            <a:off x="4710025" y="1490925"/>
            <a:ext cx="3849300" cy="31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800"/>
              <a:t>Dólar estadounidense (USD)</a:t>
            </a:r>
            <a:endParaRPr sz="18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800"/>
              <a:t>Adoptado en el año 2000</a:t>
            </a:r>
            <a:endParaRPr sz="18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800"/>
              <a:t>Sustituyó al sucre</a:t>
            </a:r>
            <a:endParaRPr sz="18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800"/>
              <a:t>Resultado de crisis económica e hiperinflación</a:t>
            </a:r>
            <a:endParaRPr sz="18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800"/>
              <a:t>Estabilizó la economía</a:t>
            </a:r>
            <a:endParaRPr sz="1800"/>
          </a:p>
        </p:txBody>
      </p:sp>
      <p:grpSp>
        <p:nvGrpSpPr>
          <p:cNvPr id="441" name="Google Shape;441;p39"/>
          <p:cNvGrpSpPr/>
          <p:nvPr/>
        </p:nvGrpSpPr>
        <p:grpSpPr>
          <a:xfrm>
            <a:off x="2504660" y="1133688"/>
            <a:ext cx="4134677" cy="221374"/>
            <a:chOff x="729050" y="223975"/>
            <a:chExt cx="6133625" cy="328400"/>
          </a:xfrm>
        </p:grpSpPr>
        <p:sp>
          <p:nvSpPr>
            <p:cNvPr id="442" name="Google Shape;442;p39"/>
            <p:cNvSpPr/>
            <p:nvPr/>
          </p:nvSpPr>
          <p:spPr>
            <a:xfrm>
              <a:off x="1275975" y="223975"/>
              <a:ext cx="5038675" cy="328400"/>
            </a:xfrm>
            <a:custGeom>
              <a:rect b="b" l="l" r="r" t="t"/>
              <a:pathLst>
                <a:path extrusionOk="0" h="13136" w="201547">
                  <a:moveTo>
                    <a:pt x="201547" y="5481"/>
                  </a:moveTo>
                  <a:lnTo>
                    <a:pt x="201547" y="7351"/>
                  </a:lnTo>
                  <a:lnTo>
                    <a:pt x="145136" y="7351"/>
                  </a:lnTo>
                  <a:cubicBezTo>
                    <a:pt x="143918" y="7351"/>
                    <a:pt x="142744" y="7829"/>
                    <a:pt x="141961" y="8743"/>
                  </a:cubicBezTo>
                  <a:cubicBezTo>
                    <a:pt x="140526" y="8438"/>
                    <a:pt x="139178" y="6959"/>
                    <a:pt x="137525" y="5785"/>
                  </a:cubicBezTo>
                  <a:cubicBezTo>
                    <a:pt x="135046" y="4089"/>
                    <a:pt x="133045" y="3958"/>
                    <a:pt x="130479" y="5524"/>
                  </a:cubicBezTo>
                  <a:cubicBezTo>
                    <a:pt x="129087" y="6394"/>
                    <a:pt x="127739" y="7351"/>
                    <a:pt x="126434" y="8395"/>
                  </a:cubicBezTo>
                  <a:cubicBezTo>
                    <a:pt x="122520" y="11309"/>
                    <a:pt x="117997" y="13136"/>
                    <a:pt x="115039" y="7916"/>
                  </a:cubicBezTo>
                  <a:cubicBezTo>
                    <a:pt x="113995" y="8482"/>
                    <a:pt x="112908" y="8830"/>
                    <a:pt x="111777" y="9047"/>
                  </a:cubicBezTo>
                  <a:cubicBezTo>
                    <a:pt x="105949" y="10091"/>
                    <a:pt x="103470" y="3741"/>
                    <a:pt x="107428" y="1175"/>
                  </a:cubicBezTo>
                  <a:cubicBezTo>
                    <a:pt x="109211" y="1"/>
                    <a:pt x="111690" y="392"/>
                    <a:pt x="112386" y="3132"/>
                  </a:cubicBezTo>
                  <a:cubicBezTo>
                    <a:pt x="109254" y="1784"/>
                    <a:pt x="106340" y="5872"/>
                    <a:pt x="110037" y="7046"/>
                  </a:cubicBezTo>
                  <a:cubicBezTo>
                    <a:pt x="112256" y="7742"/>
                    <a:pt x="115561" y="6003"/>
                    <a:pt x="117127" y="5046"/>
                  </a:cubicBezTo>
                  <a:cubicBezTo>
                    <a:pt x="120693" y="2828"/>
                    <a:pt x="125651" y="914"/>
                    <a:pt x="128478" y="5176"/>
                  </a:cubicBezTo>
                  <a:cubicBezTo>
                    <a:pt x="130044" y="4002"/>
                    <a:pt x="132045" y="2567"/>
                    <a:pt x="134002" y="2436"/>
                  </a:cubicBezTo>
                  <a:cubicBezTo>
                    <a:pt x="137916" y="2219"/>
                    <a:pt x="139047" y="5481"/>
                    <a:pt x="142744" y="5481"/>
                  </a:cubicBezTo>
                  <a:close/>
                  <a:moveTo>
                    <a:pt x="0" y="7351"/>
                  </a:moveTo>
                  <a:lnTo>
                    <a:pt x="0" y="5481"/>
                  </a:lnTo>
                  <a:lnTo>
                    <a:pt x="58846" y="5481"/>
                  </a:lnTo>
                  <a:cubicBezTo>
                    <a:pt x="62543" y="5481"/>
                    <a:pt x="63674" y="2219"/>
                    <a:pt x="67545" y="2436"/>
                  </a:cubicBezTo>
                  <a:cubicBezTo>
                    <a:pt x="69458" y="2567"/>
                    <a:pt x="71459" y="4002"/>
                    <a:pt x="73068" y="5176"/>
                  </a:cubicBezTo>
                  <a:cubicBezTo>
                    <a:pt x="75895" y="914"/>
                    <a:pt x="80810" y="2828"/>
                    <a:pt x="84420" y="5046"/>
                  </a:cubicBezTo>
                  <a:cubicBezTo>
                    <a:pt x="86029" y="6003"/>
                    <a:pt x="89291" y="7742"/>
                    <a:pt x="91466" y="7046"/>
                  </a:cubicBezTo>
                  <a:cubicBezTo>
                    <a:pt x="95163" y="5872"/>
                    <a:pt x="92292" y="1784"/>
                    <a:pt x="89117" y="3132"/>
                  </a:cubicBezTo>
                  <a:cubicBezTo>
                    <a:pt x="89857" y="392"/>
                    <a:pt x="92336" y="1"/>
                    <a:pt x="94119" y="1175"/>
                  </a:cubicBezTo>
                  <a:cubicBezTo>
                    <a:pt x="98077" y="3741"/>
                    <a:pt x="95554" y="10091"/>
                    <a:pt x="89770" y="9047"/>
                  </a:cubicBezTo>
                  <a:cubicBezTo>
                    <a:pt x="88639" y="8830"/>
                    <a:pt x="87551" y="8438"/>
                    <a:pt x="86508" y="7916"/>
                  </a:cubicBezTo>
                  <a:cubicBezTo>
                    <a:pt x="83550" y="13136"/>
                    <a:pt x="79027" y="11309"/>
                    <a:pt x="75112" y="8351"/>
                  </a:cubicBezTo>
                  <a:cubicBezTo>
                    <a:pt x="73808" y="7351"/>
                    <a:pt x="72459" y="6394"/>
                    <a:pt x="71068" y="5524"/>
                  </a:cubicBezTo>
                  <a:cubicBezTo>
                    <a:pt x="68502" y="3958"/>
                    <a:pt x="66501" y="4089"/>
                    <a:pt x="63978" y="5785"/>
                  </a:cubicBezTo>
                  <a:cubicBezTo>
                    <a:pt x="62369" y="6916"/>
                    <a:pt x="60977" y="8438"/>
                    <a:pt x="59585" y="8743"/>
                  </a:cubicBezTo>
                  <a:cubicBezTo>
                    <a:pt x="58759" y="7829"/>
                    <a:pt x="57585" y="7307"/>
                    <a:pt x="56367" y="7351"/>
                  </a:cubicBezTo>
                  <a:close/>
                  <a:moveTo>
                    <a:pt x="116170" y="7351"/>
                  </a:moveTo>
                  <a:cubicBezTo>
                    <a:pt x="118997" y="11961"/>
                    <a:pt x="123477" y="9004"/>
                    <a:pt x="126739" y="6525"/>
                  </a:cubicBezTo>
                  <a:lnTo>
                    <a:pt x="126869" y="6438"/>
                  </a:lnTo>
                  <a:cubicBezTo>
                    <a:pt x="124216" y="3132"/>
                    <a:pt x="119780" y="5133"/>
                    <a:pt x="116822" y="6959"/>
                  </a:cubicBezTo>
                  <a:cubicBezTo>
                    <a:pt x="116605" y="7133"/>
                    <a:pt x="116387" y="7264"/>
                    <a:pt x="116170" y="7394"/>
                  </a:cubicBezTo>
                  <a:moveTo>
                    <a:pt x="85420" y="7394"/>
                  </a:moveTo>
                  <a:cubicBezTo>
                    <a:pt x="85203" y="7264"/>
                    <a:pt x="84985" y="7133"/>
                    <a:pt x="84724" y="6959"/>
                  </a:cubicBezTo>
                  <a:cubicBezTo>
                    <a:pt x="81767" y="5133"/>
                    <a:pt x="77374" y="3176"/>
                    <a:pt x="74721" y="6438"/>
                  </a:cubicBezTo>
                  <a:lnTo>
                    <a:pt x="74852" y="6525"/>
                  </a:lnTo>
                  <a:cubicBezTo>
                    <a:pt x="78113" y="9004"/>
                    <a:pt x="82593" y="11961"/>
                    <a:pt x="85420" y="735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9"/>
            <p:cNvSpPr/>
            <p:nvPr/>
          </p:nvSpPr>
          <p:spPr>
            <a:xfrm>
              <a:off x="624177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828" y="5089"/>
                  </a:moveTo>
                  <a:cubicBezTo>
                    <a:pt x="871" y="5002"/>
                    <a:pt x="1" y="2610"/>
                    <a:pt x="1436" y="1305"/>
                  </a:cubicBezTo>
                  <a:cubicBezTo>
                    <a:pt x="2871" y="0"/>
                    <a:pt x="5176" y="1087"/>
                    <a:pt x="5089" y="3045"/>
                  </a:cubicBezTo>
                  <a:cubicBezTo>
                    <a:pt x="5002" y="4219"/>
                    <a:pt x="4002" y="5132"/>
                    <a:pt x="2828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9"/>
            <p:cNvSpPr/>
            <p:nvPr/>
          </p:nvSpPr>
          <p:spPr>
            <a:xfrm>
              <a:off x="6437500" y="322925"/>
              <a:ext cx="112025" cy="110925"/>
            </a:xfrm>
            <a:custGeom>
              <a:rect b="b" l="l" r="r" t="t"/>
              <a:pathLst>
                <a:path extrusionOk="0" h="4437" w="4481">
                  <a:moveTo>
                    <a:pt x="2436" y="4393"/>
                  </a:moveTo>
                  <a:cubicBezTo>
                    <a:pt x="740" y="4306"/>
                    <a:pt x="0" y="2262"/>
                    <a:pt x="1262" y="1131"/>
                  </a:cubicBezTo>
                  <a:cubicBezTo>
                    <a:pt x="2479" y="0"/>
                    <a:pt x="4480" y="914"/>
                    <a:pt x="4393" y="2610"/>
                  </a:cubicBezTo>
                  <a:cubicBezTo>
                    <a:pt x="4350" y="3654"/>
                    <a:pt x="3480" y="4437"/>
                    <a:pt x="2436" y="43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9"/>
            <p:cNvSpPr/>
            <p:nvPr/>
          </p:nvSpPr>
          <p:spPr>
            <a:xfrm>
              <a:off x="6618000" y="332700"/>
              <a:ext cx="94625" cy="94625"/>
            </a:xfrm>
            <a:custGeom>
              <a:rect b="b" l="l" r="r" t="t"/>
              <a:pathLst>
                <a:path extrusionOk="0" h="3785" w="3785">
                  <a:moveTo>
                    <a:pt x="2044" y="3741"/>
                  </a:moveTo>
                  <a:cubicBezTo>
                    <a:pt x="653" y="3698"/>
                    <a:pt x="0" y="1915"/>
                    <a:pt x="1044" y="958"/>
                  </a:cubicBezTo>
                  <a:cubicBezTo>
                    <a:pt x="2088" y="1"/>
                    <a:pt x="3784" y="827"/>
                    <a:pt x="3741" y="2219"/>
                  </a:cubicBezTo>
                  <a:cubicBezTo>
                    <a:pt x="3654" y="3089"/>
                    <a:pt x="2914" y="3785"/>
                    <a:pt x="2044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39"/>
            <p:cNvSpPr/>
            <p:nvPr/>
          </p:nvSpPr>
          <p:spPr>
            <a:xfrm>
              <a:off x="6784350" y="342500"/>
              <a:ext cx="78325" cy="77225"/>
            </a:xfrm>
            <a:custGeom>
              <a:rect b="b" l="l" r="r" t="t"/>
              <a:pathLst>
                <a:path extrusionOk="0" h="3089" w="3133">
                  <a:moveTo>
                    <a:pt x="1697" y="3088"/>
                  </a:moveTo>
                  <a:cubicBezTo>
                    <a:pt x="523" y="3045"/>
                    <a:pt x="1" y="1610"/>
                    <a:pt x="871" y="827"/>
                  </a:cubicBezTo>
                  <a:cubicBezTo>
                    <a:pt x="1740" y="0"/>
                    <a:pt x="3132" y="653"/>
                    <a:pt x="3089" y="1827"/>
                  </a:cubicBezTo>
                  <a:cubicBezTo>
                    <a:pt x="3045" y="2523"/>
                    <a:pt x="2436" y="3088"/>
                    <a:pt x="1697" y="304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9"/>
            <p:cNvSpPr/>
            <p:nvPr/>
          </p:nvSpPr>
          <p:spPr>
            <a:xfrm>
              <a:off x="121942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392" y="5089"/>
                  </a:moveTo>
                  <a:cubicBezTo>
                    <a:pt x="4306" y="5002"/>
                    <a:pt x="5176" y="2610"/>
                    <a:pt x="3741" y="1305"/>
                  </a:cubicBezTo>
                  <a:cubicBezTo>
                    <a:pt x="2306" y="0"/>
                    <a:pt x="0" y="1087"/>
                    <a:pt x="131" y="3045"/>
                  </a:cubicBezTo>
                  <a:cubicBezTo>
                    <a:pt x="174" y="4219"/>
                    <a:pt x="1175" y="5132"/>
                    <a:pt x="2392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9"/>
            <p:cNvSpPr/>
            <p:nvPr/>
          </p:nvSpPr>
          <p:spPr>
            <a:xfrm>
              <a:off x="1042200" y="322925"/>
              <a:ext cx="112000" cy="110925"/>
            </a:xfrm>
            <a:custGeom>
              <a:rect b="b" l="l" r="r" t="t"/>
              <a:pathLst>
                <a:path extrusionOk="0" h="4437" w="4480">
                  <a:moveTo>
                    <a:pt x="2044" y="4393"/>
                  </a:moveTo>
                  <a:cubicBezTo>
                    <a:pt x="3697" y="4306"/>
                    <a:pt x="4480" y="2262"/>
                    <a:pt x="3218" y="1131"/>
                  </a:cubicBezTo>
                  <a:cubicBezTo>
                    <a:pt x="2001" y="0"/>
                    <a:pt x="0" y="914"/>
                    <a:pt x="87" y="2610"/>
                  </a:cubicBezTo>
                  <a:cubicBezTo>
                    <a:pt x="130" y="3610"/>
                    <a:pt x="1000" y="4437"/>
                    <a:pt x="2044" y="43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9"/>
            <p:cNvSpPr/>
            <p:nvPr/>
          </p:nvSpPr>
          <p:spPr>
            <a:xfrm>
              <a:off x="878000" y="332700"/>
              <a:ext cx="95700" cy="94625"/>
            </a:xfrm>
            <a:custGeom>
              <a:rect b="b" l="l" r="r" t="t"/>
              <a:pathLst>
                <a:path extrusionOk="0" h="3785" w="3828">
                  <a:moveTo>
                    <a:pt x="1740" y="3741"/>
                  </a:moveTo>
                  <a:cubicBezTo>
                    <a:pt x="3176" y="3698"/>
                    <a:pt x="3828" y="1915"/>
                    <a:pt x="2741" y="958"/>
                  </a:cubicBezTo>
                  <a:cubicBezTo>
                    <a:pt x="1697" y="1"/>
                    <a:pt x="1" y="827"/>
                    <a:pt x="88" y="2219"/>
                  </a:cubicBezTo>
                  <a:cubicBezTo>
                    <a:pt x="131" y="3089"/>
                    <a:pt x="870" y="3785"/>
                    <a:pt x="1740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9"/>
            <p:cNvSpPr/>
            <p:nvPr/>
          </p:nvSpPr>
          <p:spPr>
            <a:xfrm>
              <a:off x="729050" y="342500"/>
              <a:ext cx="77225" cy="78300"/>
            </a:xfrm>
            <a:custGeom>
              <a:rect b="b" l="l" r="r" t="t"/>
              <a:pathLst>
                <a:path extrusionOk="0" h="3132" w="3089">
                  <a:moveTo>
                    <a:pt x="1435" y="3088"/>
                  </a:moveTo>
                  <a:cubicBezTo>
                    <a:pt x="2566" y="3045"/>
                    <a:pt x="3088" y="1610"/>
                    <a:pt x="2262" y="783"/>
                  </a:cubicBezTo>
                  <a:cubicBezTo>
                    <a:pt x="1392" y="0"/>
                    <a:pt x="0" y="653"/>
                    <a:pt x="44" y="1827"/>
                  </a:cubicBezTo>
                  <a:cubicBezTo>
                    <a:pt x="44" y="2523"/>
                    <a:pt x="696" y="3132"/>
                    <a:pt x="1435" y="30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51" name="Google Shape;451;p39"/>
          <p:cNvPicPr preferRelativeResize="0"/>
          <p:nvPr/>
        </p:nvPicPr>
        <p:blipFill rotWithShape="1">
          <a:blip r:embed="rId3">
            <a:alphaModFix/>
          </a:blip>
          <a:srcRect b="0" l="3617" r="4115" t="0"/>
          <a:stretch/>
        </p:blipFill>
        <p:spPr>
          <a:xfrm>
            <a:off x="643025" y="1579425"/>
            <a:ext cx="4067012" cy="2936100"/>
          </a:xfrm>
          <a:prstGeom prst="rect">
            <a:avLst/>
          </a:prstGeom>
          <a:noFill/>
          <a:ln>
            <a:noFill/>
          </a:ln>
          <a:effectLst>
            <a:outerShdw blurRad="200025" rotWithShape="0" algn="bl" dist="9525">
              <a:srgbClr val="000000"/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0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Gobierno</a:t>
            </a:r>
            <a:endParaRPr/>
          </a:p>
        </p:txBody>
      </p:sp>
      <p:sp>
        <p:nvSpPr>
          <p:cNvPr id="457" name="Google Shape;457;p40"/>
          <p:cNvSpPr txBox="1"/>
          <p:nvPr>
            <p:ph idx="1" type="body"/>
          </p:nvPr>
        </p:nvSpPr>
        <p:spPr>
          <a:xfrm>
            <a:off x="713250" y="1490925"/>
            <a:ext cx="3849300" cy="31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800"/>
              <a:t>República democrática</a:t>
            </a:r>
            <a:endParaRPr sz="18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800"/>
              <a:t>Sistema presidencialista</a:t>
            </a:r>
            <a:endParaRPr sz="18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800"/>
              <a:t>Presidente: jefe de Estado y de Gobierno</a:t>
            </a:r>
            <a:endParaRPr sz="18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800"/>
              <a:t>Poder legislativo unicameral</a:t>
            </a:r>
            <a:endParaRPr sz="18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800"/>
              <a:t>Asamblea Nacional</a:t>
            </a:r>
            <a:endParaRPr sz="1800"/>
          </a:p>
        </p:txBody>
      </p:sp>
      <p:grpSp>
        <p:nvGrpSpPr>
          <p:cNvPr id="458" name="Google Shape;458;p40"/>
          <p:cNvGrpSpPr/>
          <p:nvPr/>
        </p:nvGrpSpPr>
        <p:grpSpPr>
          <a:xfrm>
            <a:off x="2504660" y="1133688"/>
            <a:ext cx="4134677" cy="221374"/>
            <a:chOff x="729050" y="223975"/>
            <a:chExt cx="6133625" cy="328400"/>
          </a:xfrm>
        </p:grpSpPr>
        <p:sp>
          <p:nvSpPr>
            <p:cNvPr id="459" name="Google Shape;459;p40"/>
            <p:cNvSpPr/>
            <p:nvPr/>
          </p:nvSpPr>
          <p:spPr>
            <a:xfrm>
              <a:off x="1275975" y="223975"/>
              <a:ext cx="5038675" cy="328400"/>
            </a:xfrm>
            <a:custGeom>
              <a:rect b="b" l="l" r="r" t="t"/>
              <a:pathLst>
                <a:path extrusionOk="0" h="13136" w="201547">
                  <a:moveTo>
                    <a:pt x="201547" y="5481"/>
                  </a:moveTo>
                  <a:lnTo>
                    <a:pt x="201547" y="7351"/>
                  </a:lnTo>
                  <a:lnTo>
                    <a:pt x="145136" y="7351"/>
                  </a:lnTo>
                  <a:cubicBezTo>
                    <a:pt x="143918" y="7351"/>
                    <a:pt x="142744" y="7829"/>
                    <a:pt x="141961" y="8743"/>
                  </a:cubicBezTo>
                  <a:cubicBezTo>
                    <a:pt x="140526" y="8438"/>
                    <a:pt x="139178" y="6959"/>
                    <a:pt x="137525" y="5785"/>
                  </a:cubicBezTo>
                  <a:cubicBezTo>
                    <a:pt x="135046" y="4089"/>
                    <a:pt x="133045" y="3958"/>
                    <a:pt x="130479" y="5524"/>
                  </a:cubicBezTo>
                  <a:cubicBezTo>
                    <a:pt x="129087" y="6394"/>
                    <a:pt x="127739" y="7351"/>
                    <a:pt x="126434" y="8395"/>
                  </a:cubicBezTo>
                  <a:cubicBezTo>
                    <a:pt x="122520" y="11309"/>
                    <a:pt x="117997" y="13136"/>
                    <a:pt x="115039" y="7916"/>
                  </a:cubicBezTo>
                  <a:cubicBezTo>
                    <a:pt x="113995" y="8482"/>
                    <a:pt x="112908" y="8830"/>
                    <a:pt x="111777" y="9047"/>
                  </a:cubicBezTo>
                  <a:cubicBezTo>
                    <a:pt x="105949" y="10091"/>
                    <a:pt x="103470" y="3741"/>
                    <a:pt x="107428" y="1175"/>
                  </a:cubicBezTo>
                  <a:cubicBezTo>
                    <a:pt x="109211" y="1"/>
                    <a:pt x="111690" y="392"/>
                    <a:pt x="112386" y="3132"/>
                  </a:cubicBezTo>
                  <a:cubicBezTo>
                    <a:pt x="109254" y="1784"/>
                    <a:pt x="106340" y="5872"/>
                    <a:pt x="110037" y="7046"/>
                  </a:cubicBezTo>
                  <a:cubicBezTo>
                    <a:pt x="112256" y="7742"/>
                    <a:pt x="115561" y="6003"/>
                    <a:pt x="117127" y="5046"/>
                  </a:cubicBezTo>
                  <a:cubicBezTo>
                    <a:pt x="120693" y="2828"/>
                    <a:pt x="125651" y="914"/>
                    <a:pt x="128478" y="5176"/>
                  </a:cubicBezTo>
                  <a:cubicBezTo>
                    <a:pt x="130044" y="4002"/>
                    <a:pt x="132045" y="2567"/>
                    <a:pt x="134002" y="2436"/>
                  </a:cubicBezTo>
                  <a:cubicBezTo>
                    <a:pt x="137916" y="2219"/>
                    <a:pt x="139047" y="5481"/>
                    <a:pt x="142744" y="5481"/>
                  </a:cubicBezTo>
                  <a:close/>
                  <a:moveTo>
                    <a:pt x="0" y="7351"/>
                  </a:moveTo>
                  <a:lnTo>
                    <a:pt x="0" y="5481"/>
                  </a:lnTo>
                  <a:lnTo>
                    <a:pt x="58846" y="5481"/>
                  </a:lnTo>
                  <a:cubicBezTo>
                    <a:pt x="62543" y="5481"/>
                    <a:pt x="63674" y="2219"/>
                    <a:pt x="67545" y="2436"/>
                  </a:cubicBezTo>
                  <a:cubicBezTo>
                    <a:pt x="69458" y="2567"/>
                    <a:pt x="71459" y="4002"/>
                    <a:pt x="73068" y="5176"/>
                  </a:cubicBezTo>
                  <a:cubicBezTo>
                    <a:pt x="75895" y="914"/>
                    <a:pt x="80810" y="2828"/>
                    <a:pt x="84420" y="5046"/>
                  </a:cubicBezTo>
                  <a:cubicBezTo>
                    <a:pt x="86029" y="6003"/>
                    <a:pt x="89291" y="7742"/>
                    <a:pt x="91466" y="7046"/>
                  </a:cubicBezTo>
                  <a:cubicBezTo>
                    <a:pt x="95163" y="5872"/>
                    <a:pt x="92292" y="1784"/>
                    <a:pt x="89117" y="3132"/>
                  </a:cubicBezTo>
                  <a:cubicBezTo>
                    <a:pt x="89857" y="392"/>
                    <a:pt x="92336" y="1"/>
                    <a:pt x="94119" y="1175"/>
                  </a:cubicBezTo>
                  <a:cubicBezTo>
                    <a:pt x="98077" y="3741"/>
                    <a:pt x="95554" y="10091"/>
                    <a:pt x="89770" y="9047"/>
                  </a:cubicBezTo>
                  <a:cubicBezTo>
                    <a:pt x="88639" y="8830"/>
                    <a:pt x="87551" y="8438"/>
                    <a:pt x="86508" y="7916"/>
                  </a:cubicBezTo>
                  <a:cubicBezTo>
                    <a:pt x="83550" y="13136"/>
                    <a:pt x="79027" y="11309"/>
                    <a:pt x="75112" y="8351"/>
                  </a:cubicBezTo>
                  <a:cubicBezTo>
                    <a:pt x="73808" y="7351"/>
                    <a:pt x="72459" y="6394"/>
                    <a:pt x="71068" y="5524"/>
                  </a:cubicBezTo>
                  <a:cubicBezTo>
                    <a:pt x="68502" y="3958"/>
                    <a:pt x="66501" y="4089"/>
                    <a:pt x="63978" y="5785"/>
                  </a:cubicBezTo>
                  <a:cubicBezTo>
                    <a:pt x="62369" y="6916"/>
                    <a:pt x="60977" y="8438"/>
                    <a:pt x="59585" y="8743"/>
                  </a:cubicBezTo>
                  <a:cubicBezTo>
                    <a:pt x="58759" y="7829"/>
                    <a:pt x="57585" y="7307"/>
                    <a:pt x="56367" y="7351"/>
                  </a:cubicBezTo>
                  <a:close/>
                  <a:moveTo>
                    <a:pt x="116170" y="7351"/>
                  </a:moveTo>
                  <a:cubicBezTo>
                    <a:pt x="118997" y="11961"/>
                    <a:pt x="123477" y="9004"/>
                    <a:pt x="126739" y="6525"/>
                  </a:cubicBezTo>
                  <a:lnTo>
                    <a:pt x="126869" y="6438"/>
                  </a:lnTo>
                  <a:cubicBezTo>
                    <a:pt x="124216" y="3132"/>
                    <a:pt x="119780" y="5133"/>
                    <a:pt x="116822" y="6959"/>
                  </a:cubicBezTo>
                  <a:cubicBezTo>
                    <a:pt x="116605" y="7133"/>
                    <a:pt x="116387" y="7264"/>
                    <a:pt x="116170" y="7394"/>
                  </a:cubicBezTo>
                  <a:moveTo>
                    <a:pt x="85420" y="7394"/>
                  </a:moveTo>
                  <a:cubicBezTo>
                    <a:pt x="85203" y="7264"/>
                    <a:pt x="84985" y="7133"/>
                    <a:pt x="84724" y="6959"/>
                  </a:cubicBezTo>
                  <a:cubicBezTo>
                    <a:pt x="81767" y="5133"/>
                    <a:pt x="77374" y="3176"/>
                    <a:pt x="74721" y="6438"/>
                  </a:cubicBezTo>
                  <a:lnTo>
                    <a:pt x="74852" y="6525"/>
                  </a:lnTo>
                  <a:cubicBezTo>
                    <a:pt x="78113" y="9004"/>
                    <a:pt x="82593" y="11961"/>
                    <a:pt x="85420" y="735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40"/>
            <p:cNvSpPr/>
            <p:nvPr/>
          </p:nvSpPr>
          <p:spPr>
            <a:xfrm>
              <a:off x="624177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828" y="5089"/>
                  </a:moveTo>
                  <a:cubicBezTo>
                    <a:pt x="871" y="5002"/>
                    <a:pt x="1" y="2610"/>
                    <a:pt x="1436" y="1305"/>
                  </a:cubicBezTo>
                  <a:cubicBezTo>
                    <a:pt x="2871" y="0"/>
                    <a:pt x="5176" y="1087"/>
                    <a:pt x="5089" y="3045"/>
                  </a:cubicBezTo>
                  <a:cubicBezTo>
                    <a:pt x="5002" y="4219"/>
                    <a:pt x="4002" y="5132"/>
                    <a:pt x="2828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40"/>
            <p:cNvSpPr/>
            <p:nvPr/>
          </p:nvSpPr>
          <p:spPr>
            <a:xfrm>
              <a:off x="6437500" y="322925"/>
              <a:ext cx="112025" cy="110925"/>
            </a:xfrm>
            <a:custGeom>
              <a:rect b="b" l="l" r="r" t="t"/>
              <a:pathLst>
                <a:path extrusionOk="0" h="4437" w="4481">
                  <a:moveTo>
                    <a:pt x="2436" y="4393"/>
                  </a:moveTo>
                  <a:cubicBezTo>
                    <a:pt x="740" y="4306"/>
                    <a:pt x="0" y="2262"/>
                    <a:pt x="1262" y="1131"/>
                  </a:cubicBezTo>
                  <a:cubicBezTo>
                    <a:pt x="2479" y="0"/>
                    <a:pt x="4480" y="914"/>
                    <a:pt x="4393" y="2610"/>
                  </a:cubicBezTo>
                  <a:cubicBezTo>
                    <a:pt x="4350" y="3654"/>
                    <a:pt x="3480" y="4437"/>
                    <a:pt x="2436" y="43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40"/>
            <p:cNvSpPr/>
            <p:nvPr/>
          </p:nvSpPr>
          <p:spPr>
            <a:xfrm>
              <a:off x="6618000" y="332700"/>
              <a:ext cx="94625" cy="94625"/>
            </a:xfrm>
            <a:custGeom>
              <a:rect b="b" l="l" r="r" t="t"/>
              <a:pathLst>
                <a:path extrusionOk="0" h="3785" w="3785">
                  <a:moveTo>
                    <a:pt x="2044" y="3741"/>
                  </a:moveTo>
                  <a:cubicBezTo>
                    <a:pt x="653" y="3698"/>
                    <a:pt x="0" y="1915"/>
                    <a:pt x="1044" y="958"/>
                  </a:cubicBezTo>
                  <a:cubicBezTo>
                    <a:pt x="2088" y="1"/>
                    <a:pt x="3784" y="827"/>
                    <a:pt x="3741" y="2219"/>
                  </a:cubicBezTo>
                  <a:cubicBezTo>
                    <a:pt x="3654" y="3089"/>
                    <a:pt x="2914" y="3785"/>
                    <a:pt x="2044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40"/>
            <p:cNvSpPr/>
            <p:nvPr/>
          </p:nvSpPr>
          <p:spPr>
            <a:xfrm>
              <a:off x="6784350" y="342500"/>
              <a:ext cx="78325" cy="77225"/>
            </a:xfrm>
            <a:custGeom>
              <a:rect b="b" l="l" r="r" t="t"/>
              <a:pathLst>
                <a:path extrusionOk="0" h="3089" w="3133">
                  <a:moveTo>
                    <a:pt x="1697" y="3088"/>
                  </a:moveTo>
                  <a:cubicBezTo>
                    <a:pt x="523" y="3045"/>
                    <a:pt x="1" y="1610"/>
                    <a:pt x="871" y="827"/>
                  </a:cubicBezTo>
                  <a:cubicBezTo>
                    <a:pt x="1740" y="0"/>
                    <a:pt x="3132" y="653"/>
                    <a:pt x="3089" y="1827"/>
                  </a:cubicBezTo>
                  <a:cubicBezTo>
                    <a:pt x="3045" y="2523"/>
                    <a:pt x="2436" y="3088"/>
                    <a:pt x="1697" y="304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40"/>
            <p:cNvSpPr/>
            <p:nvPr/>
          </p:nvSpPr>
          <p:spPr>
            <a:xfrm>
              <a:off x="121942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392" y="5089"/>
                  </a:moveTo>
                  <a:cubicBezTo>
                    <a:pt x="4306" y="5002"/>
                    <a:pt x="5176" y="2610"/>
                    <a:pt x="3741" y="1305"/>
                  </a:cubicBezTo>
                  <a:cubicBezTo>
                    <a:pt x="2306" y="0"/>
                    <a:pt x="0" y="1087"/>
                    <a:pt x="131" y="3045"/>
                  </a:cubicBezTo>
                  <a:cubicBezTo>
                    <a:pt x="174" y="4219"/>
                    <a:pt x="1175" y="5132"/>
                    <a:pt x="2392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40"/>
            <p:cNvSpPr/>
            <p:nvPr/>
          </p:nvSpPr>
          <p:spPr>
            <a:xfrm>
              <a:off x="1042200" y="322925"/>
              <a:ext cx="112000" cy="110925"/>
            </a:xfrm>
            <a:custGeom>
              <a:rect b="b" l="l" r="r" t="t"/>
              <a:pathLst>
                <a:path extrusionOk="0" h="4437" w="4480">
                  <a:moveTo>
                    <a:pt x="2044" y="4393"/>
                  </a:moveTo>
                  <a:cubicBezTo>
                    <a:pt x="3697" y="4306"/>
                    <a:pt x="4480" y="2262"/>
                    <a:pt x="3218" y="1131"/>
                  </a:cubicBezTo>
                  <a:cubicBezTo>
                    <a:pt x="2001" y="0"/>
                    <a:pt x="0" y="914"/>
                    <a:pt x="87" y="2610"/>
                  </a:cubicBezTo>
                  <a:cubicBezTo>
                    <a:pt x="130" y="3610"/>
                    <a:pt x="1000" y="4437"/>
                    <a:pt x="2044" y="43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40"/>
            <p:cNvSpPr/>
            <p:nvPr/>
          </p:nvSpPr>
          <p:spPr>
            <a:xfrm>
              <a:off x="878000" y="332700"/>
              <a:ext cx="95700" cy="94625"/>
            </a:xfrm>
            <a:custGeom>
              <a:rect b="b" l="l" r="r" t="t"/>
              <a:pathLst>
                <a:path extrusionOk="0" h="3785" w="3828">
                  <a:moveTo>
                    <a:pt x="1740" y="3741"/>
                  </a:moveTo>
                  <a:cubicBezTo>
                    <a:pt x="3176" y="3698"/>
                    <a:pt x="3828" y="1915"/>
                    <a:pt x="2741" y="958"/>
                  </a:cubicBezTo>
                  <a:cubicBezTo>
                    <a:pt x="1697" y="1"/>
                    <a:pt x="1" y="827"/>
                    <a:pt x="88" y="2219"/>
                  </a:cubicBezTo>
                  <a:cubicBezTo>
                    <a:pt x="131" y="3089"/>
                    <a:pt x="870" y="3785"/>
                    <a:pt x="1740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40"/>
            <p:cNvSpPr/>
            <p:nvPr/>
          </p:nvSpPr>
          <p:spPr>
            <a:xfrm>
              <a:off x="729050" y="342500"/>
              <a:ext cx="77225" cy="78300"/>
            </a:xfrm>
            <a:custGeom>
              <a:rect b="b" l="l" r="r" t="t"/>
              <a:pathLst>
                <a:path extrusionOk="0" h="3132" w="3089">
                  <a:moveTo>
                    <a:pt x="1435" y="3088"/>
                  </a:moveTo>
                  <a:cubicBezTo>
                    <a:pt x="2566" y="3045"/>
                    <a:pt x="3088" y="1610"/>
                    <a:pt x="2262" y="783"/>
                  </a:cubicBezTo>
                  <a:cubicBezTo>
                    <a:pt x="1392" y="0"/>
                    <a:pt x="0" y="653"/>
                    <a:pt x="44" y="1827"/>
                  </a:cubicBezTo>
                  <a:cubicBezTo>
                    <a:pt x="44" y="2523"/>
                    <a:pt x="696" y="3132"/>
                    <a:pt x="1435" y="30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68" name="Google Shape;468;p40"/>
          <p:cNvPicPr preferRelativeResize="0"/>
          <p:nvPr/>
        </p:nvPicPr>
        <p:blipFill rotWithShape="1">
          <a:blip r:embed="rId3">
            <a:alphaModFix/>
          </a:blip>
          <a:srcRect b="0" l="7976" r="4574" t="0"/>
          <a:stretch/>
        </p:blipFill>
        <p:spPr>
          <a:xfrm>
            <a:off x="4562550" y="1715925"/>
            <a:ext cx="4180174" cy="2688900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>
              <a:srgbClr val="000000">
                <a:alpha val="8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1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Cultura</a:t>
            </a:r>
            <a:endParaRPr/>
          </a:p>
        </p:txBody>
      </p:sp>
      <p:sp>
        <p:nvSpPr>
          <p:cNvPr id="474" name="Google Shape;474;p41"/>
          <p:cNvSpPr txBox="1"/>
          <p:nvPr>
            <p:ph idx="1" type="body"/>
          </p:nvPr>
        </p:nvSpPr>
        <p:spPr>
          <a:xfrm>
            <a:off x="4710025" y="1490925"/>
            <a:ext cx="3849300" cy="31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800"/>
              <a:t>Influencias: andina, africana y española</a:t>
            </a:r>
            <a:endParaRPr sz="18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800"/>
              <a:t>Idioma principal: español</a:t>
            </a:r>
            <a:endParaRPr sz="18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800"/>
              <a:t>Lenguas indígenas: quechua</a:t>
            </a:r>
            <a:endParaRPr sz="18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800"/>
              <a:t>Diversidad étnica (mestizos, indígenas, afroecuatorianos) </a:t>
            </a:r>
            <a:endParaRPr sz="1800"/>
          </a:p>
        </p:txBody>
      </p:sp>
      <p:grpSp>
        <p:nvGrpSpPr>
          <p:cNvPr id="475" name="Google Shape;475;p41"/>
          <p:cNvGrpSpPr/>
          <p:nvPr/>
        </p:nvGrpSpPr>
        <p:grpSpPr>
          <a:xfrm>
            <a:off x="2504660" y="1133688"/>
            <a:ext cx="4134677" cy="221374"/>
            <a:chOff x="729050" y="223975"/>
            <a:chExt cx="6133625" cy="328400"/>
          </a:xfrm>
        </p:grpSpPr>
        <p:sp>
          <p:nvSpPr>
            <p:cNvPr id="476" name="Google Shape;476;p41"/>
            <p:cNvSpPr/>
            <p:nvPr/>
          </p:nvSpPr>
          <p:spPr>
            <a:xfrm>
              <a:off x="1275975" y="223975"/>
              <a:ext cx="5038675" cy="328400"/>
            </a:xfrm>
            <a:custGeom>
              <a:rect b="b" l="l" r="r" t="t"/>
              <a:pathLst>
                <a:path extrusionOk="0" h="13136" w="201547">
                  <a:moveTo>
                    <a:pt x="201547" y="5481"/>
                  </a:moveTo>
                  <a:lnTo>
                    <a:pt x="201547" y="7351"/>
                  </a:lnTo>
                  <a:lnTo>
                    <a:pt x="145136" y="7351"/>
                  </a:lnTo>
                  <a:cubicBezTo>
                    <a:pt x="143918" y="7351"/>
                    <a:pt x="142744" y="7829"/>
                    <a:pt x="141961" y="8743"/>
                  </a:cubicBezTo>
                  <a:cubicBezTo>
                    <a:pt x="140526" y="8438"/>
                    <a:pt x="139178" y="6959"/>
                    <a:pt x="137525" y="5785"/>
                  </a:cubicBezTo>
                  <a:cubicBezTo>
                    <a:pt x="135046" y="4089"/>
                    <a:pt x="133045" y="3958"/>
                    <a:pt x="130479" y="5524"/>
                  </a:cubicBezTo>
                  <a:cubicBezTo>
                    <a:pt x="129087" y="6394"/>
                    <a:pt x="127739" y="7351"/>
                    <a:pt x="126434" y="8395"/>
                  </a:cubicBezTo>
                  <a:cubicBezTo>
                    <a:pt x="122520" y="11309"/>
                    <a:pt x="117997" y="13136"/>
                    <a:pt x="115039" y="7916"/>
                  </a:cubicBezTo>
                  <a:cubicBezTo>
                    <a:pt x="113995" y="8482"/>
                    <a:pt x="112908" y="8830"/>
                    <a:pt x="111777" y="9047"/>
                  </a:cubicBezTo>
                  <a:cubicBezTo>
                    <a:pt x="105949" y="10091"/>
                    <a:pt x="103470" y="3741"/>
                    <a:pt x="107428" y="1175"/>
                  </a:cubicBezTo>
                  <a:cubicBezTo>
                    <a:pt x="109211" y="1"/>
                    <a:pt x="111690" y="392"/>
                    <a:pt x="112386" y="3132"/>
                  </a:cubicBezTo>
                  <a:cubicBezTo>
                    <a:pt x="109254" y="1784"/>
                    <a:pt x="106340" y="5872"/>
                    <a:pt x="110037" y="7046"/>
                  </a:cubicBezTo>
                  <a:cubicBezTo>
                    <a:pt x="112256" y="7742"/>
                    <a:pt x="115561" y="6003"/>
                    <a:pt x="117127" y="5046"/>
                  </a:cubicBezTo>
                  <a:cubicBezTo>
                    <a:pt x="120693" y="2828"/>
                    <a:pt x="125651" y="914"/>
                    <a:pt x="128478" y="5176"/>
                  </a:cubicBezTo>
                  <a:cubicBezTo>
                    <a:pt x="130044" y="4002"/>
                    <a:pt x="132045" y="2567"/>
                    <a:pt x="134002" y="2436"/>
                  </a:cubicBezTo>
                  <a:cubicBezTo>
                    <a:pt x="137916" y="2219"/>
                    <a:pt x="139047" y="5481"/>
                    <a:pt x="142744" y="5481"/>
                  </a:cubicBezTo>
                  <a:close/>
                  <a:moveTo>
                    <a:pt x="0" y="7351"/>
                  </a:moveTo>
                  <a:lnTo>
                    <a:pt x="0" y="5481"/>
                  </a:lnTo>
                  <a:lnTo>
                    <a:pt x="58846" y="5481"/>
                  </a:lnTo>
                  <a:cubicBezTo>
                    <a:pt x="62543" y="5481"/>
                    <a:pt x="63674" y="2219"/>
                    <a:pt x="67545" y="2436"/>
                  </a:cubicBezTo>
                  <a:cubicBezTo>
                    <a:pt x="69458" y="2567"/>
                    <a:pt x="71459" y="4002"/>
                    <a:pt x="73068" y="5176"/>
                  </a:cubicBezTo>
                  <a:cubicBezTo>
                    <a:pt x="75895" y="914"/>
                    <a:pt x="80810" y="2828"/>
                    <a:pt x="84420" y="5046"/>
                  </a:cubicBezTo>
                  <a:cubicBezTo>
                    <a:pt x="86029" y="6003"/>
                    <a:pt x="89291" y="7742"/>
                    <a:pt x="91466" y="7046"/>
                  </a:cubicBezTo>
                  <a:cubicBezTo>
                    <a:pt x="95163" y="5872"/>
                    <a:pt x="92292" y="1784"/>
                    <a:pt x="89117" y="3132"/>
                  </a:cubicBezTo>
                  <a:cubicBezTo>
                    <a:pt x="89857" y="392"/>
                    <a:pt x="92336" y="1"/>
                    <a:pt x="94119" y="1175"/>
                  </a:cubicBezTo>
                  <a:cubicBezTo>
                    <a:pt x="98077" y="3741"/>
                    <a:pt x="95554" y="10091"/>
                    <a:pt x="89770" y="9047"/>
                  </a:cubicBezTo>
                  <a:cubicBezTo>
                    <a:pt x="88639" y="8830"/>
                    <a:pt x="87551" y="8438"/>
                    <a:pt x="86508" y="7916"/>
                  </a:cubicBezTo>
                  <a:cubicBezTo>
                    <a:pt x="83550" y="13136"/>
                    <a:pt x="79027" y="11309"/>
                    <a:pt x="75112" y="8351"/>
                  </a:cubicBezTo>
                  <a:cubicBezTo>
                    <a:pt x="73808" y="7351"/>
                    <a:pt x="72459" y="6394"/>
                    <a:pt x="71068" y="5524"/>
                  </a:cubicBezTo>
                  <a:cubicBezTo>
                    <a:pt x="68502" y="3958"/>
                    <a:pt x="66501" y="4089"/>
                    <a:pt x="63978" y="5785"/>
                  </a:cubicBezTo>
                  <a:cubicBezTo>
                    <a:pt x="62369" y="6916"/>
                    <a:pt x="60977" y="8438"/>
                    <a:pt x="59585" y="8743"/>
                  </a:cubicBezTo>
                  <a:cubicBezTo>
                    <a:pt x="58759" y="7829"/>
                    <a:pt x="57585" y="7307"/>
                    <a:pt x="56367" y="7351"/>
                  </a:cubicBezTo>
                  <a:close/>
                  <a:moveTo>
                    <a:pt x="116170" y="7351"/>
                  </a:moveTo>
                  <a:cubicBezTo>
                    <a:pt x="118997" y="11961"/>
                    <a:pt x="123477" y="9004"/>
                    <a:pt x="126739" y="6525"/>
                  </a:cubicBezTo>
                  <a:lnTo>
                    <a:pt x="126869" y="6438"/>
                  </a:lnTo>
                  <a:cubicBezTo>
                    <a:pt x="124216" y="3132"/>
                    <a:pt x="119780" y="5133"/>
                    <a:pt x="116822" y="6959"/>
                  </a:cubicBezTo>
                  <a:cubicBezTo>
                    <a:pt x="116605" y="7133"/>
                    <a:pt x="116387" y="7264"/>
                    <a:pt x="116170" y="7394"/>
                  </a:cubicBezTo>
                  <a:moveTo>
                    <a:pt x="85420" y="7394"/>
                  </a:moveTo>
                  <a:cubicBezTo>
                    <a:pt x="85203" y="7264"/>
                    <a:pt x="84985" y="7133"/>
                    <a:pt x="84724" y="6959"/>
                  </a:cubicBezTo>
                  <a:cubicBezTo>
                    <a:pt x="81767" y="5133"/>
                    <a:pt x="77374" y="3176"/>
                    <a:pt x="74721" y="6438"/>
                  </a:cubicBezTo>
                  <a:lnTo>
                    <a:pt x="74852" y="6525"/>
                  </a:lnTo>
                  <a:cubicBezTo>
                    <a:pt x="78113" y="9004"/>
                    <a:pt x="82593" y="11961"/>
                    <a:pt x="85420" y="735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41"/>
            <p:cNvSpPr/>
            <p:nvPr/>
          </p:nvSpPr>
          <p:spPr>
            <a:xfrm>
              <a:off x="624177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828" y="5089"/>
                  </a:moveTo>
                  <a:cubicBezTo>
                    <a:pt x="871" y="5002"/>
                    <a:pt x="1" y="2610"/>
                    <a:pt x="1436" y="1305"/>
                  </a:cubicBezTo>
                  <a:cubicBezTo>
                    <a:pt x="2871" y="0"/>
                    <a:pt x="5176" y="1087"/>
                    <a:pt x="5089" y="3045"/>
                  </a:cubicBezTo>
                  <a:cubicBezTo>
                    <a:pt x="5002" y="4219"/>
                    <a:pt x="4002" y="5132"/>
                    <a:pt x="2828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41"/>
            <p:cNvSpPr/>
            <p:nvPr/>
          </p:nvSpPr>
          <p:spPr>
            <a:xfrm>
              <a:off x="6437500" y="322925"/>
              <a:ext cx="112025" cy="110925"/>
            </a:xfrm>
            <a:custGeom>
              <a:rect b="b" l="l" r="r" t="t"/>
              <a:pathLst>
                <a:path extrusionOk="0" h="4437" w="4481">
                  <a:moveTo>
                    <a:pt x="2436" y="4393"/>
                  </a:moveTo>
                  <a:cubicBezTo>
                    <a:pt x="740" y="4306"/>
                    <a:pt x="0" y="2262"/>
                    <a:pt x="1262" y="1131"/>
                  </a:cubicBezTo>
                  <a:cubicBezTo>
                    <a:pt x="2479" y="0"/>
                    <a:pt x="4480" y="914"/>
                    <a:pt x="4393" y="2610"/>
                  </a:cubicBezTo>
                  <a:cubicBezTo>
                    <a:pt x="4350" y="3654"/>
                    <a:pt x="3480" y="4437"/>
                    <a:pt x="2436" y="43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41"/>
            <p:cNvSpPr/>
            <p:nvPr/>
          </p:nvSpPr>
          <p:spPr>
            <a:xfrm>
              <a:off x="6618000" y="332700"/>
              <a:ext cx="94625" cy="94625"/>
            </a:xfrm>
            <a:custGeom>
              <a:rect b="b" l="l" r="r" t="t"/>
              <a:pathLst>
                <a:path extrusionOk="0" h="3785" w="3785">
                  <a:moveTo>
                    <a:pt x="2044" y="3741"/>
                  </a:moveTo>
                  <a:cubicBezTo>
                    <a:pt x="653" y="3698"/>
                    <a:pt x="0" y="1915"/>
                    <a:pt x="1044" y="958"/>
                  </a:cubicBezTo>
                  <a:cubicBezTo>
                    <a:pt x="2088" y="1"/>
                    <a:pt x="3784" y="827"/>
                    <a:pt x="3741" y="2219"/>
                  </a:cubicBezTo>
                  <a:cubicBezTo>
                    <a:pt x="3654" y="3089"/>
                    <a:pt x="2914" y="3785"/>
                    <a:pt x="2044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41"/>
            <p:cNvSpPr/>
            <p:nvPr/>
          </p:nvSpPr>
          <p:spPr>
            <a:xfrm>
              <a:off x="6784350" y="342500"/>
              <a:ext cx="78325" cy="77225"/>
            </a:xfrm>
            <a:custGeom>
              <a:rect b="b" l="l" r="r" t="t"/>
              <a:pathLst>
                <a:path extrusionOk="0" h="3089" w="3133">
                  <a:moveTo>
                    <a:pt x="1697" y="3088"/>
                  </a:moveTo>
                  <a:cubicBezTo>
                    <a:pt x="523" y="3045"/>
                    <a:pt x="1" y="1610"/>
                    <a:pt x="871" y="827"/>
                  </a:cubicBezTo>
                  <a:cubicBezTo>
                    <a:pt x="1740" y="0"/>
                    <a:pt x="3132" y="653"/>
                    <a:pt x="3089" y="1827"/>
                  </a:cubicBezTo>
                  <a:cubicBezTo>
                    <a:pt x="3045" y="2523"/>
                    <a:pt x="2436" y="3088"/>
                    <a:pt x="1697" y="304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41"/>
            <p:cNvSpPr/>
            <p:nvPr/>
          </p:nvSpPr>
          <p:spPr>
            <a:xfrm>
              <a:off x="121942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392" y="5089"/>
                  </a:moveTo>
                  <a:cubicBezTo>
                    <a:pt x="4306" y="5002"/>
                    <a:pt x="5176" y="2610"/>
                    <a:pt x="3741" y="1305"/>
                  </a:cubicBezTo>
                  <a:cubicBezTo>
                    <a:pt x="2306" y="0"/>
                    <a:pt x="0" y="1087"/>
                    <a:pt x="131" y="3045"/>
                  </a:cubicBezTo>
                  <a:cubicBezTo>
                    <a:pt x="174" y="4219"/>
                    <a:pt x="1175" y="5132"/>
                    <a:pt x="2392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41"/>
            <p:cNvSpPr/>
            <p:nvPr/>
          </p:nvSpPr>
          <p:spPr>
            <a:xfrm>
              <a:off x="1042200" y="322925"/>
              <a:ext cx="112000" cy="110925"/>
            </a:xfrm>
            <a:custGeom>
              <a:rect b="b" l="l" r="r" t="t"/>
              <a:pathLst>
                <a:path extrusionOk="0" h="4437" w="4480">
                  <a:moveTo>
                    <a:pt x="2044" y="4393"/>
                  </a:moveTo>
                  <a:cubicBezTo>
                    <a:pt x="3697" y="4306"/>
                    <a:pt x="4480" y="2262"/>
                    <a:pt x="3218" y="1131"/>
                  </a:cubicBezTo>
                  <a:cubicBezTo>
                    <a:pt x="2001" y="0"/>
                    <a:pt x="0" y="914"/>
                    <a:pt x="87" y="2610"/>
                  </a:cubicBezTo>
                  <a:cubicBezTo>
                    <a:pt x="130" y="3610"/>
                    <a:pt x="1000" y="4437"/>
                    <a:pt x="2044" y="43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41"/>
            <p:cNvSpPr/>
            <p:nvPr/>
          </p:nvSpPr>
          <p:spPr>
            <a:xfrm>
              <a:off x="878000" y="332700"/>
              <a:ext cx="95700" cy="94625"/>
            </a:xfrm>
            <a:custGeom>
              <a:rect b="b" l="l" r="r" t="t"/>
              <a:pathLst>
                <a:path extrusionOk="0" h="3785" w="3828">
                  <a:moveTo>
                    <a:pt x="1740" y="3741"/>
                  </a:moveTo>
                  <a:cubicBezTo>
                    <a:pt x="3176" y="3698"/>
                    <a:pt x="3828" y="1915"/>
                    <a:pt x="2741" y="958"/>
                  </a:cubicBezTo>
                  <a:cubicBezTo>
                    <a:pt x="1697" y="1"/>
                    <a:pt x="1" y="827"/>
                    <a:pt x="88" y="2219"/>
                  </a:cubicBezTo>
                  <a:cubicBezTo>
                    <a:pt x="131" y="3089"/>
                    <a:pt x="870" y="3785"/>
                    <a:pt x="1740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41"/>
            <p:cNvSpPr/>
            <p:nvPr/>
          </p:nvSpPr>
          <p:spPr>
            <a:xfrm>
              <a:off x="729050" y="342500"/>
              <a:ext cx="77225" cy="78300"/>
            </a:xfrm>
            <a:custGeom>
              <a:rect b="b" l="l" r="r" t="t"/>
              <a:pathLst>
                <a:path extrusionOk="0" h="3132" w="3089">
                  <a:moveTo>
                    <a:pt x="1435" y="3088"/>
                  </a:moveTo>
                  <a:cubicBezTo>
                    <a:pt x="2566" y="3045"/>
                    <a:pt x="3088" y="1610"/>
                    <a:pt x="2262" y="783"/>
                  </a:cubicBezTo>
                  <a:cubicBezTo>
                    <a:pt x="1392" y="0"/>
                    <a:pt x="0" y="653"/>
                    <a:pt x="44" y="1827"/>
                  </a:cubicBezTo>
                  <a:cubicBezTo>
                    <a:pt x="44" y="2523"/>
                    <a:pt x="696" y="3132"/>
                    <a:pt x="1435" y="30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85" name="Google Shape;485;p41"/>
          <p:cNvPicPr preferRelativeResize="0"/>
          <p:nvPr/>
        </p:nvPicPr>
        <p:blipFill rotWithShape="1">
          <a:blip r:embed="rId3">
            <a:alphaModFix/>
          </a:blip>
          <a:srcRect b="0" l="8768" r="12948" t="0"/>
          <a:stretch/>
        </p:blipFill>
        <p:spPr>
          <a:xfrm>
            <a:off x="855375" y="1670825"/>
            <a:ext cx="3685176" cy="2648000"/>
          </a:xfrm>
          <a:prstGeom prst="rect">
            <a:avLst/>
          </a:prstGeom>
          <a:noFill/>
          <a:ln>
            <a:noFill/>
          </a:ln>
          <a:effectLst>
            <a:outerShdw blurRad="200025" rotWithShape="0" algn="bl" dist="9525">
              <a:srgbClr val="000000"/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2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Tradiciones</a:t>
            </a:r>
            <a:endParaRPr/>
          </a:p>
        </p:txBody>
      </p:sp>
      <p:sp>
        <p:nvSpPr>
          <p:cNvPr id="491" name="Google Shape;491;p42"/>
          <p:cNvSpPr txBox="1"/>
          <p:nvPr>
            <p:ph idx="1" type="body"/>
          </p:nvPr>
        </p:nvSpPr>
        <p:spPr>
          <a:xfrm>
            <a:off x="713250" y="1490925"/>
            <a:ext cx="3849300" cy="31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800"/>
              <a:t>Vestimenta típica variada según región</a:t>
            </a:r>
            <a:endParaRPr sz="18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800"/>
              <a:t>Uso diario o en festividades</a:t>
            </a:r>
            <a:endParaRPr sz="18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800"/>
              <a:t>Artesanía con madera, cuero y telas</a:t>
            </a:r>
            <a:endParaRPr sz="18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800"/>
              <a:t>Colores vibrantes y detalles</a:t>
            </a:r>
            <a:endParaRPr sz="18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800"/>
              <a:t>Música tradicional (pasillo, tecnocumbia) </a:t>
            </a:r>
            <a:endParaRPr sz="1800"/>
          </a:p>
        </p:txBody>
      </p:sp>
      <p:grpSp>
        <p:nvGrpSpPr>
          <p:cNvPr id="492" name="Google Shape;492;p42"/>
          <p:cNvGrpSpPr/>
          <p:nvPr/>
        </p:nvGrpSpPr>
        <p:grpSpPr>
          <a:xfrm>
            <a:off x="2504660" y="1133688"/>
            <a:ext cx="4134677" cy="221374"/>
            <a:chOff x="729050" y="223975"/>
            <a:chExt cx="6133625" cy="328400"/>
          </a:xfrm>
        </p:grpSpPr>
        <p:sp>
          <p:nvSpPr>
            <p:cNvPr id="493" name="Google Shape;493;p42"/>
            <p:cNvSpPr/>
            <p:nvPr/>
          </p:nvSpPr>
          <p:spPr>
            <a:xfrm>
              <a:off x="1275975" y="223975"/>
              <a:ext cx="5038675" cy="328400"/>
            </a:xfrm>
            <a:custGeom>
              <a:rect b="b" l="l" r="r" t="t"/>
              <a:pathLst>
                <a:path extrusionOk="0" h="13136" w="201547">
                  <a:moveTo>
                    <a:pt x="201547" y="5481"/>
                  </a:moveTo>
                  <a:lnTo>
                    <a:pt x="201547" y="7351"/>
                  </a:lnTo>
                  <a:lnTo>
                    <a:pt x="145136" y="7351"/>
                  </a:lnTo>
                  <a:cubicBezTo>
                    <a:pt x="143918" y="7351"/>
                    <a:pt x="142744" y="7829"/>
                    <a:pt x="141961" y="8743"/>
                  </a:cubicBezTo>
                  <a:cubicBezTo>
                    <a:pt x="140526" y="8438"/>
                    <a:pt x="139178" y="6959"/>
                    <a:pt x="137525" y="5785"/>
                  </a:cubicBezTo>
                  <a:cubicBezTo>
                    <a:pt x="135046" y="4089"/>
                    <a:pt x="133045" y="3958"/>
                    <a:pt x="130479" y="5524"/>
                  </a:cubicBezTo>
                  <a:cubicBezTo>
                    <a:pt x="129087" y="6394"/>
                    <a:pt x="127739" y="7351"/>
                    <a:pt x="126434" y="8395"/>
                  </a:cubicBezTo>
                  <a:cubicBezTo>
                    <a:pt x="122520" y="11309"/>
                    <a:pt x="117997" y="13136"/>
                    <a:pt x="115039" y="7916"/>
                  </a:cubicBezTo>
                  <a:cubicBezTo>
                    <a:pt x="113995" y="8482"/>
                    <a:pt x="112908" y="8830"/>
                    <a:pt x="111777" y="9047"/>
                  </a:cubicBezTo>
                  <a:cubicBezTo>
                    <a:pt x="105949" y="10091"/>
                    <a:pt x="103470" y="3741"/>
                    <a:pt x="107428" y="1175"/>
                  </a:cubicBezTo>
                  <a:cubicBezTo>
                    <a:pt x="109211" y="1"/>
                    <a:pt x="111690" y="392"/>
                    <a:pt x="112386" y="3132"/>
                  </a:cubicBezTo>
                  <a:cubicBezTo>
                    <a:pt x="109254" y="1784"/>
                    <a:pt x="106340" y="5872"/>
                    <a:pt x="110037" y="7046"/>
                  </a:cubicBezTo>
                  <a:cubicBezTo>
                    <a:pt x="112256" y="7742"/>
                    <a:pt x="115561" y="6003"/>
                    <a:pt x="117127" y="5046"/>
                  </a:cubicBezTo>
                  <a:cubicBezTo>
                    <a:pt x="120693" y="2828"/>
                    <a:pt x="125651" y="914"/>
                    <a:pt x="128478" y="5176"/>
                  </a:cubicBezTo>
                  <a:cubicBezTo>
                    <a:pt x="130044" y="4002"/>
                    <a:pt x="132045" y="2567"/>
                    <a:pt x="134002" y="2436"/>
                  </a:cubicBezTo>
                  <a:cubicBezTo>
                    <a:pt x="137916" y="2219"/>
                    <a:pt x="139047" y="5481"/>
                    <a:pt x="142744" y="5481"/>
                  </a:cubicBezTo>
                  <a:close/>
                  <a:moveTo>
                    <a:pt x="0" y="7351"/>
                  </a:moveTo>
                  <a:lnTo>
                    <a:pt x="0" y="5481"/>
                  </a:lnTo>
                  <a:lnTo>
                    <a:pt x="58846" y="5481"/>
                  </a:lnTo>
                  <a:cubicBezTo>
                    <a:pt x="62543" y="5481"/>
                    <a:pt x="63674" y="2219"/>
                    <a:pt x="67545" y="2436"/>
                  </a:cubicBezTo>
                  <a:cubicBezTo>
                    <a:pt x="69458" y="2567"/>
                    <a:pt x="71459" y="4002"/>
                    <a:pt x="73068" y="5176"/>
                  </a:cubicBezTo>
                  <a:cubicBezTo>
                    <a:pt x="75895" y="914"/>
                    <a:pt x="80810" y="2828"/>
                    <a:pt x="84420" y="5046"/>
                  </a:cubicBezTo>
                  <a:cubicBezTo>
                    <a:pt x="86029" y="6003"/>
                    <a:pt x="89291" y="7742"/>
                    <a:pt x="91466" y="7046"/>
                  </a:cubicBezTo>
                  <a:cubicBezTo>
                    <a:pt x="95163" y="5872"/>
                    <a:pt x="92292" y="1784"/>
                    <a:pt x="89117" y="3132"/>
                  </a:cubicBezTo>
                  <a:cubicBezTo>
                    <a:pt x="89857" y="392"/>
                    <a:pt x="92336" y="1"/>
                    <a:pt x="94119" y="1175"/>
                  </a:cubicBezTo>
                  <a:cubicBezTo>
                    <a:pt x="98077" y="3741"/>
                    <a:pt x="95554" y="10091"/>
                    <a:pt x="89770" y="9047"/>
                  </a:cubicBezTo>
                  <a:cubicBezTo>
                    <a:pt x="88639" y="8830"/>
                    <a:pt x="87551" y="8438"/>
                    <a:pt x="86508" y="7916"/>
                  </a:cubicBezTo>
                  <a:cubicBezTo>
                    <a:pt x="83550" y="13136"/>
                    <a:pt x="79027" y="11309"/>
                    <a:pt x="75112" y="8351"/>
                  </a:cubicBezTo>
                  <a:cubicBezTo>
                    <a:pt x="73808" y="7351"/>
                    <a:pt x="72459" y="6394"/>
                    <a:pt x="71068" y="5524"/>
                  </a:cubicBezTo>
                  <a:cubicBezTo>
                    <a:pt x="68502" y="3958"/>
                    <a:pt x="66501" y="4089"/>
                    <a:pt x="63978" y="5785"/>
                  </a:cubicBezTo>
                  <a:cubicBezTo>
                    <a:pt x="62369" y="6916"/>
                    <a:pt x="60977" y="8438"/>
                    <a:pt x="59585" y="8743"/>
                  </a:cubicBezTo>
                  <a:cubicBezTo>
                    <a:pt x="58759" y="7829"/>
                    <a:pt x="57585" y="7307"/>
                    <a:pt x="56367" y="7351"/>
                  </a:cubicBezTo>
                  <a:close/>
                  <a:moveTo>
                    <a:pt x="116170" y="7351"/>
                  </a:moveTo>
                  <a:cubicBezTo>
                    <a:pt x="118997" y="11961"/>
                    <a:pt x="123477" y="9004"/>
                    <a:pt x="126739" y="6525"/>
                  </a:cubicBezTo>
                  <a:lnTo>
                    <a:pt x="126869" y="6438"/>
                  </a:lnTo>
                  <a:cubicBezTo>
                    <a:pt x="124216" y="3132"/>
                    <a:pt x="119780" y="5133"/>
                    <a:pt x="116822" y="6959"/>
                  </a:cubicBezTo>
                  <a:cubicBezTo>
                    <a:pt x="116605" y="7133"/>
                    <a:pt x="116387" y="7264"/>
                    <a:pt x="116170" y="7394"/>
                  </a:cubicBezTo>
                  <a:moveTo>
                    <a:pt x="85420" y="7394"/>
                  </a:moveTo>
                  <a:cubicBezTo>
                    <a:pt x="85203" y="7264"/>
                    <a:pt x="84985" y="7133"/>
                    <a:pt x="84724" y="6959"/>
                  </a:cubicBezTo>
                  <a:cubicBezTo>
                    <a:pt x="81767" y="5133"/>
                    <a:pt x="77374" y="3176"/>
                    <a:pt x="74721" y="6438"/>
                  </a:cubicBezTo>
                  <a:lnTo>
                    <a:pt x="74852" y="6525"/>
                  </a:lnTo>
                  <a:cubicBezTo>
                    <a:pt x="78113" y="9004"/>
                    <a:pt x="82593" y="11961"/>
                    <a:pt x="85420" y="735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42"/>
            <p:cNvSpPr/>
            <p:nvPr/>
          </p:nvSpPr>
          <p:spPr>
            <a:xfrm>
              <a:off x="624177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828" y="5089"/>
                  </a:moveTo>
                  <a:cubicBezTo>
                    <a:pt x="871" y="5002"/>
                    <a:pt x="1" y="2610"/>
                    <a:pt x="1436" y="1305"/>
                  </a:cubicBezTo>
                  <a:cubicBezTo>
                    <a:pt x="2871" y="0"/>
                    <a:pt x="5176" y="1087"/>
                    <a:pt x="5089" y="3045"/>
                  </a:cubicBezTo>
                  <a:cubicBezTo>
                    <a:pt x="5002" y="4219"/>
                    <a:pt x="4002" y="5132"/>
                    <a:pt x="2828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42"/>
            <p:cNvSpPr/>
            <p:nvPr/>
          </p:nvSpPr>
          <p:spPr>
            <a:xfrm>
              <a:off x="6437500" y="322925"/>
              <a:ext cx="112025" cy="110925"/>
            </a:xfrm>
            <a:custGeom>
              <a:rect b="b" l="l" r="r" t="t"/>
              <a:pathLst>
                <a:path extrusionOk="0" h="4437" w="4481">
                  <a:moveTo>
                    <a:pt x="2436" y="4393"/>
                  </a:moveTo>
                  <a:cubicBezTo>
                    <a:pt x="740" y="4306"/>
                    <a:pt x="0" y="2262"/>
                    <a:pt x="1262" y="1131"/>
                  </a:cubicBezTo>
                  <a:cubicBezTo>
                    <a:pt x="2479" y="0"/>
                    <a:pt x="4480" y="914"/>
                    <a:pt x="4393" y="2610"/>
                  </a:cubicBezTo>
                  <a:cubicBezTo>
                    <a:pt x="4350" y="3654"/>
                    <a:pt x="3480" y="4437"/>
                    <a:pt x="2436" y="43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42"/>
            <p:cNvSpPr/>
            <p:nvPr/>
          </p:nvSpPr>
          <p:spPr>
            <a:xfrm>
              <a:off x="6618000" y="332700"/>
              <a:ext cx="94625" cy="94625"/>
            </a:xfrm>
            <a:custGeom>
              <a:rect b="b" l="l" r="r" t="t"/>
              <a:pathLst>
                <a:path extrusionOk="0" h="3785" w="3785">
                  <a:moveTo>
                    <a:pt x="2044" y="3741"/>
                  </a:moveTo>
                  <a:cubicBezTo>
                    <a:pt x="653" y="3698"/>
                    <a:pt x="0" y="1915"/>
                    <a:pt x="1044" y="958"/>
                  </a:cubicBezTo>
                  <a:cubicBezTo>
                    <a:pt x="2088" y="1"/>
                    <a:pt x="3784" y="827"/>
                    <a:pt x="3741" y="2219"/>
                  </a:cubicBezTo>
                  <a:cubicBezTo>
                    <a:pt x="3654" y="3089"/>
                    <a:pt x="2914" y="3785"/>
                    <a:pt x="2044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42"/>
            <p:cNvSpPr/>
            <p:nvPr/>
          </p:nvSpPr>
          <p:spPr>
            <a:xfrm>
              <a:off x="6784350" y="342500"/>
              <a:ext cx="78325" cy="77225"/>
            </a:xfrm>
            <a:custGeom>
              <a:rect b="b" l="l" r="r" t="t"/>
              <a:pathLst>
                <a:path extrusionOk="0" h="3089" w="3133">
                  <a:moveTo>
                    <a:pt x="1697" y="3088"/>
                  </a:moveTo>
                  <a:cubicBezTo>
                    <a:pt x="523" y="3045"/>
                    <a:pt x="1" y="1610"/>
                    <a:pt x="871" y="827"/>
                  </a:cubicBezTo>
                  <a:cubicBezTo>
                    <a:pt x="1740" y="0"/>
                    <a:pt x="3132" y="653"/>
                    <a:pt x="3089" y="1827"/>
                  </a:cubicBezTo>
                  <a:cubicBezTo>
                    <a:pt x="3045" y="2523"/>
                    <a:pt x="2436" y="3088"/>
                    <a:pt x="1697" y="304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42"/>
            <p:cNvSpPr/>
            <p:nvPr/>
          </p:nvSpPr>
          <p:spPr>
            <a:xfrm>
              <a:off x="121942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392" y="5089"/>
                  </a:moveTo>
                  <a:cubicBezTo>
                    <a:pt x="4306" y="5002"/>
                    <a:pt x="5176" y="2610"/>
                    <a:pt x="3741" y="1305"/>
                  </a:cubicBezTo>
                  <a:cubicBezTo>
                    <a:pt x="2306" y="0"/>
                    <a:pt x="0" y="1087"/>
                    <a:pt x="131" y="3045"/>
                  </a:cubicBezTo>
                  <a:cubicBezTo>
                    <a:pt x="174" y="4219"/>
                    <a:pt x="1175" y="5132"/>
                    <a:pt x="2392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42"/>
            <p:cNvSpPr/>
            <p:nvPr/>
          </p:nvSpPr>
          <p:spPr>
            <a:xfrm>
              <a:off x="1042200" y="322925"/>
              <a:ext cx="112000" cy="110925"/>
            </a:xfrm>
            <a:custGeom>
              <a:rect b="b" l="l" r="r" t="t"/>
              <a:pathLst>
                <a:path extrusionOk="0" h="4437" w="4480">
                  <a:moveTo>
                    <a:pt x="2044" y="4393"/>
                  </a:moveTo>
                  <a:cubicBezTo>
                    <a:pt x="3697" y="4306"/>
                    <a:pt x="4480" y="2262"/>
                    <a:pt x="3218" y="1131"/>
                  </a:cubicBezTo>
                  <a:cubicBezTo>
                    <a:pt x="2001" y="0"/>
                    <a:pt x="0" y="914"/>
                    <a:pt x="87" y="2610"/>
                  </a:cubicBezTo>
                  <a:cubicBezTo>
                    <a:pt x="130" y="3610"/>
                    <a:pt x="1000" y="4437"/>
                    <a:pt x="2044" y="43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42"/>
            <p:cNvSpPr/>
            <p:nvPr/>
          </p:nvSpPr>
          <p:spPr>
            <a:xfrm>
              <a:off x="878000" y="332700"/>
              <a:ext cx="95700" cy="94625"/>
            </a:xfrm>
            <a:custGeom>
              <a:rect b="b" l="l" r="r" t="t"/>
              <a:pathLst>
                <a:path extrusionOk="0" h="3785" w="3828">
                  <a:moveTo>
                    <a:pt x="1740" y="3741"/>
                  </a:moveTo>
                  <a:cubicBezTo>
                    <a:pt x="3176" y="3698"/>
                    <a:pt x="3828" y="1915"/>
                    <a:pt x="2741" y="958"/>
                  </a:cubicBezTo>
                  <a:cubicBezTo>
                    <a:pt x="1697" y="1"/>
                    <a:pt x="1" y="827"/>
                    <a:pt x="88" y="2219"/>
                  </a:cubicBezTo>
                  <a:cubicBezTo>
                    <a:pt x="131" y="3089"/>
                    <a:pt x="870" y="3785"/>
                    <a:pt x="1740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42"/>
            <p:cNvSpPr/>
            <p:nvPr/>
          </p:nvSpPr>
          <p:spPr>
            <a:xfrm>
              <a:off x="729050" y="342500"/>
              <a:ext cx="77225" cy="78300"/>
            </a:xfrm>
            <a:custGeom>
              <a:rect b="b" l="l" r="r" t="t"/>
              <a:pathLst>
                <a:path extrusionOk="0" h="3132" w="3089">
                  <a:moveTo>
                    <a:pt x="1435" y="3088"/>
                  </a:moveTo>
                  <a:cubicBezTo>
                    <a:pt x="2566" y="3045"/>
                    <a:pt x="3088" y="1610"/>
                    <a:pt x="2262" y="783"/>
                  </a:cubicBezTo>
                  <a:cubicBezTo>
                    <a:pt x="1392" y="0"/>
                    <a:pt x="0" y="653"/>
                    <a:pt x="44" y="1827"/>
                  </a:cubicBezTo>
                  <a:cubicBezTo>
                    <a:pt x="44" y="2523"/>
                    <a:pt x="696" y="3132"/>
                    <a:pt x="1435" y="30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02" name="Google Shape;50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2550" y="1490925"/>
            <a:ext cx="4088125" cy="2982226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>
              <a:srgbClr val="000000">
                <a:alpha val="8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3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Festividades</a:t>
            </a:r>
            <a:endParaRPr/>
          </a:p>
        </p:txBody>
      </p:sp>
      <p:sp>
        <p:nvSpPr>
          <p:cNvPr id="508" name="Google Shape;508;p43"/>
          <p:cNvSpPr txBox="1"/>
          <p:nvPr>
            <p:ph idx="1" type="body"/>
          </p:nvPr>
        </p:nvSpPr>
        <p:spPr>
          <a:xfrm>
            <a:off x="4710025" y="1490925"/>
            <a:ext cx="3849300" cy="31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800"/>
              <a:t>Inti Raymi: festival del sol y cosecha</a:t>
            </a:r>
            <a:endParaRPr sz="18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800"/>
              <a:t>Mama Negra: mezcla cultural y religiosa</a:t>
            </a:r>
            <a:endParaRPr sz="18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800"/>
              <a:t>Diablada Pillareña: desfile de diablos</a:t>
            </a:r>
            <a:endParaRPr sz="18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800"/>
              <a:t>Tradiciones indígenas y católicas combinadas</a:t>
            </a:r>
            <a:endParaRPr sz="1800"/>
          </a:p>
        </p:txBody>
      </p:sp>
      <p:grpSp>
        <p:nvGrpSpPr>
          <p:cNvPr id="509" name="Google Shape;509;p43"/>
          <p:cNvGrpSpPr/>
          <p:nvPr/>
        </p:nvGrpSpPr>
        <p:grpSpPr>
          <a:xfrm>
            <a:off x="2504660" y="1133688"/>
            <a:ext cx="4134677" cy="221374"/>
            <a:chOff x="729050" y="223975"/>
            <a:chExt cx="6133625" cy="328400"/>
          </a:xfrm>
        </p:grpSpPr>
        <p:sp>
          <p:nvSpPr>
            <p:cNvPr id="510" name="Google Shape;510;p43"/>
            <p:cNvSpPr/>
            <p:nvPr/>
          </p:nvSpPr>
          <p:spPr>
            <a:xfrm>
              <a:off x="1275975" y="223975"/>
              <a:ext cx="5038675" cy="328400"/>
            </a:xfrm>
            <a:custGeom>
              <a:rect b="b" l="l" r="r" t="t"/>
              <a:pathLst>
                <a:path extrusionOk="0" h="13136" w="201547">
                  <a:moveTo>
                    <a:pt x="201547" y="5481"/>
                  </a:moveTo>
                  <a:lnTo>
                    <a:pt x="201547" y="7351"/>
                  </a:lnTo>
                  <a:lnTo>
                    <a:pt x="145136" y="7351"/>
                  </a:lnTo>
                  <a:cubicBezTo>
                    <a:pt x="143918" y="7351"/>
                    <a:pt x="142744" y="7829"/>
                    <a:pt x="141961" y="8743"/>
                  </a:cubicBezTo>
                  <a:cubicBezTo>
                    <a:pt x="140526" y="8438"/>
                    <a:pt x="139178" y="6959"/>
                    <a:pt x="137525" y="5785"/>
                  </a:cubicBezTo>
                  <a:cubicBezTo>
                    <a:pt x="135046" y="4089"/>
                    <a:pt x="133045" y="3958"/>
                    <a:pt x="130479" y="5524"/>
                  </a:cubicBezTo>
                  <a:cubicBezTo>
                    <a:pt x="129087" y="6394"/>
                    <a:pt x="127739" y="7351"/>
                    <a:pt x="126434" y="8395"/>
                  </a:cubicBezTo>
                  <a:cubicBezTo>
                    <a:pt x="122520" y="11309"/>
                    <a:pt x="117997" y="13136"/>
                    <a:pt x="115039" y="7916"/>
                  </a:cubicBezTo>
                  <a:cubicBezTo>
                    <a:pt x="113995" y="8482"/>
                    <a:pt x="112908" y="8830"/>
                    <a:pt x="111777" y="9047"/>
                  </a:cubicBezTo>
                  <a:cubicBezTo>
                    <a:pt x="105949" y="10091"/>
                    <a:pt x="103470" y="3741"/>
                    <a:pt x="107428" y="1175"/>
                  </a:cubicBezTo>
                  <a:cubicBezTo>
                    <a:pt x="109211" y="1"/>
                    <a:pt x="111690" y="392"/>
                    <a:pt x="112386" y="3132"/>
                  </a:cubicBezTo>
                  <a:cubicBezTo>
                    <a:pt x="109254" y="1784"/>
                    <a:pt x="106340" y="5872"/>
                    <a:pt x="110037" y="7046"/>
                  </a:cubicBezTo>
                  <a:cubicBezTo>
                    <a:pt x="112256" y="7742"/>
                    <a:pt x="115561" y="6003"/>
                    <a:pt x="117127" y="5046"/>
                  </a:cubicBezTo>
                  <a:cubicBezTo>
                    <a:pt x="120693" y="2828"/>
                    <a:pt x="125651" y="914"/>
                    <a:pt x="128478" y="5176"/>
                  </a:cubicBezTo>
                  <a:cubicBezTo>
                    <a:pt x="130044" y="4002"/>
                    <a:pt x="132045" y="2567"/>
                    <a:pt x="134002" y="2436"/>
                  </a:cubicBezTo>
                  <a:cubicBezTo>
                    <a:pt x="137916" y="2219"/>
                    <a:pt x="139047" y="5481"/>
                    <a:pt x="142744" y="5481"/>
                  </a:cubicBezTo>
                  <a:close/>
                  <a:moveTo>
                    <a:pt x="0" y="7351"/>
                  </a:moveTo>
                  <a:lnTo>
                    <a:pt x="0" y="5481"/>
                  </a:lnTo>
                  <a:lnTo>
                    <a:pt x="58846" y="5481"/>
                  </a:lnTo>
                  <a:cubicBezTo>
                    <a:pt x="62543" y="5481"/>
                    <a:pt x="63674" y="2219"/>
                    <a:pt x="67545" y="2436"/>
                  </a:cubicBezTo>
                  <a:cubicBezTo>
                    <a:pt x="69458" y="2567"/>
                    <a:pt x="71459" y="4002"/>
                    <a:pt x="73068" y="5176"/>
                  </a:cubicBezTo>
                  <a:cubicBezTo>
                    <a:pt x="75895" y="914"/>
                    <a:pt x="80810" y="2828"/>
                    <a:pt x="84420" y="5046"/>
                  </a:cubicBezTo>
                  <a:cubicBezTo>
                    <a:pt x="86029" y="6003"/>
                    <a:pt x="89291" y="7742"/>
                    <a:pt x="91466" y="7046"/>
                  </a:cubicBezTo>
                  <a:cubicBezTo>
                    <a:pt x="95163" y="5872"/>
                    <a:pt x="92292" y="1784"/>
                    <a:pt x="89117" y="3132"/>
                  </a:cubicBezTo>
                  <a:cubicBezTo>
                    <a:pt x="89857" y="392"/>
                    <a:pt x="92336" y="1"/>
                    <a:pt x="94119" y="1175"/>
                  </a:cubicBezTo>
                  <a:cubicBezTo>
                    <a:pt x="98077" y="3741"/>
                    <a:pt x="95554" y="10091"/>
                    <a:pt x="89770" y="9047"/>
                  </a:cubicBezTo>
                  <a:cubicBezTo>
                    <a:pt x="88639" y="8830"/>
                    <a:pt x="87551" y="8438"/>
                    <a:pt x="86508" y="7916"/>
                  </a:cubicBezTo>
                  <a:cubicBezTo>
                    <a:pt x="83550" y="13136"/>
                    <a:pt x="79027" y="11309"/>
                    <a:pt x="75112" y="8351"/>
                  </a:cubicBezTo>
                  <a:cubicBezTo>
                    <a:pt x="73808" y="7351"/>
                    <a:pt x="72459" y="6394"/>
                    <a:pt x="71068" y="5524"/>
                  </a:cubicBezTo>
                  <a:cubicBezTo>
                    <a:pt x="68502" y="3958"/>
                    <a:pt x="66501" y="4089"/>
                    <a:pt x="63978" y="5785"/>
                  </a:cubicBezTo>
                  <a:cubicBezTo>
                    <a:pt x="62369" y="6916"/>
                    <a:pt x="60977" y="8438"/>
                    <a:pt x="59585" y="8743"/>
                  </a:cubicBezTo>
                  <a:cubicBezTo>
                    <a:pt x="58759" y="7829"/>
                    <a:pt x="57585" y="7307"/>
                    <a:pt x="56367" y="7351"/>
                  </a:cubicBezTo>
                  <a:close/>
                  <a:moveTo>
                    <a:pt x="116170" y="7351"/>
                  </a:moveTo>
                  <a:cubicBezTo>
                    <a:pt x="118997" y="11961"/>
                    <a:pt x="123477" y="9004"/>
                    <a:pt x="126739" y="6525"/>
                  </a:cubicBezTo>
                  <a:lnTo>
                    <a:pt x="126869" y="6438"/>
                  </a:lnTo>
                  <a:cubicBezTo>
                    <a:pt x="124216" y="3132"/>
                    <a:pt x="119780" y="5133"/>
                    <a:pt x="116822" y="6959"/>
                  </a:cubicBezTo>
                  <a:cubicBezTo>
                    <a:pt x="116605" y="7133"/>
                    <a:pt x="116387" y="7264"/>
                    <a:pt x="116170" y="7394"/>
                  </a:cubicBezTo>
                  <a:moveTo>
                    <a:pt x="85420" y="7394"/>
                  </a:moveTo>
                  <a:cubicBezTo>
                    <a:pt x="85203" y="7264"/>
                    <a:pt x="84985" y="7133"/>
                    <a:pt x="84724" y="6959"/>
                  </a:cubicBezTo>
                  <a:cubicBezTo>
                    <a:pt x="81767" y="5133"/>
                    <a:pt x="77374" y="3176"/>
                    <a:pt x="74721" y="6438"/>
                  </a:cubicBezTo>
                  <a:lnTo>
                    <a:pt x="74852" y="6525"/>
                  </a:lnTo>
                  <a:cubicBezTo>
                    <a:pt x="78113" y="9004"/>
                    <a:pt x="82593" y="11961"/>
                    <a:pt x="85420" y="735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43"/>
            <p:cNvSpPr/>
            <p:nvPr/>
          </p:nvSpPr>
          <p:spPr>
            <a:xfrm>
              <a:off x="624177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828" y="5089"/>
                  </a:moveTo>
                  <a:cubicBezTo>
                    <a:pt x="871" y="5002"/>
                    <a:pt x="1" y="2610"/>
                    <a:pt x="1436" y="1305"/>
                  </a:cubicBezTo>
                  <a:cubicBezTo>
                    <a:pt x="2871" y="0"/>
                    <a:pt x="5176" y="1087"/>
                    <a:pt x="5089" y="3045"/>
                  </a:cubicBezTo>
                  <a:cubicBezTo>
                    <a:pt x="5002" y="4219"/>
                    <a:pt x="4002" y="5132"/>
                    <a:pt x="2828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43"/>
            <p:cNvSpPr/>
            <p:nvPr/>
          </p:nvSpPr>
          <p:spPr>
            <a:xfrm>
              <a:off x="6437500" y="322925"/>
              <a:ext cx="112025" cy="110925"/>
            </a:xfrm>
            <a:custGeom>
              <a:rect b="b" l="l" r="r" t="t"/>
              <a:pathLst>
                <a:path extrusionOk="0" h="4437" w="4481">
                  <a:moveTo>
                    <a:pt x="2436" y="4393"/>
                  </a:moveTo>
                  <a:cubicBezTo>
                    <a:pt x="740" y="4306"/>
                    <a:pt x="0" y="2262"/>
                    <a:pt x="1262" y="1131"/>
                  </a:cubicBezTo>
                  <a:cubicBezTo>
                    <a:pt x="2479" y="0"/>
                    <a:pt x="4480" y="914"/>
                    <a:pt x="4393" y="2610"/>
                  </a:cubicBezTo>
                  <a:cubicBezTo>
                    <a:pt x="4350" y="3654"/>
                    <a:pt x="3480" y="4437"/>
                    <a:pt x="2436" y="43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43"/>
            <p:cNvSpPr/>
            <p:nvPr/>
          </p:nvSpPr>
          <p:spPr>
            <a:xfrm>
              <a:off x="6618000" y="332700"/>
              <a:ext cx="94625" cy="94625"/>
            </a:xfrm>
            <a:custGeom>
              <a:rect b="b" l="l" r="r" t="t"/>
              <a:pathLst>
                <a:path extrusionOk="0" h="3785" w="3785">
                  <a:moveTo>
                    <a:pt x="2044" y="3741"/>
                  </a:moveTo>
                  <a:cubicBezTo>
                    <a:pt x="653" y="3698"/>
                    <a:pt x="0" y="1915"/>
                    <a:pt x="1044" y="958"/>
                  </a:cubicBezTo>
                  <a:cubicBezTo>
                    <a:pt x="2088" y="1"/>
                    <a:pt x="3784" y="827"/>
                    <a:pt x="3741" y="2219"/>
                  </a:cubicBezTo>
                  <a:cubicBezTo>
                    <a:pt x="3654" y="3089"/>
                    <a:pt x="2914" y="3785"/>
                    <a:pt x="2044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43"/>
            <p:cNvSpPr/>
            <p:nvPr/>
          </p:nvSpPr>
          <p:spPr>
            <a:xfrm>
              <a:off x="6784350" y="342500"/>
              <a:ext cx="78325" cy="77225"/>
            </a:xfrm>
            <a:custGeom>
              <a:rect b="b" l="l" r="r" t="t"/>
              <a:pathLst>
                <a:path extrusionOk="0" h="3089" w="3133">
                  <a:moveTo>
                    <a:pt x="1697" y="3088"/>
                  </a:moveTo>
                  <a:cubicBezTo>
                    <a:pt x="523" y="3045"/>
                    <a:pt x="1" y="1610"/>
                    <a:pt x="871" y="827"/>
                  </a:cubicBezTo>
                  <a:cubicBezTo>
                    <a:pt x="1740" y="0"/>
                    <a:pt x="3132" y="653"/>
                    <a:pt x="3089" y="1827"/>
                  </a:cubicBezTo>
                  <a:cubicBezTo>
                    <a:pt x="3045" y="2523"/>
                    <a:pt x="2436" y="3088"/>
                    <a:pt x="1697" y="304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43"/>
            <p:cNvSpPr/>
            <p:nvPr/>
          </p:nvSpPr>
          <p:spPr>
            <a:xfrm>
              <a:off x="121942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392" y="5089"/>
                  </a:moveTo>
                  <a:cubicBezTo>
                    <a:pt x="4306" y="5002"/>
                    <a:pt x="5176" y="2610"/>
                    <a:pt x="3741" y="1305"/>
                  </a:cubicBezTo>
                  <a:cubicBezTo>
                    <a:pt x="2306" y="0"/>
                    <a:pt x="0" y="1087"/>
                    <a:pt x="131" y="3045"/>
                  </a:cubicBezTo>
                  <a:cubicBezTo>
                    <a:pt x="174" y="4219"/>
                    <a:pt x="1175" y="5132"/>
                    <a:pt x="2392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43"/>
            <p:cNvSpPr/>
            <p:nvPr/>
          </p:nvSpPr>
          <p:spPr>
            <a:xfrm>
              <a:off x="1042200" y="322925"/>
              <a:ext cx="112000" cy="110925"/>
            </a:xfrm>
            <a:custGeom>
              <a:rect b="b" l="l" r="r" t="t"/>
              <a:pathLst>
                <a:path extrusionOk="0" h="4437" w="4480">
                  <a:moveTo>
                    <a:pt x="2044" y="4393"/>
                  </a:moveTo>
                  <a:cubicBezTo>
                    <a:pt x="3697" y="4306"/>
                    <a:pt x="4480" y="2262"/>
                    <a:pt x="3218" y="1131"/>
                  </a:cubicBezTo>
                  <a:cubicBezTo>
                    <a:pt x="2001" y="0"/>
                    <a:pt x="0" y="914"/>
                    <a:pt x="87" y="2610"/>
                  </a:cubicBezTo>
                  <a:cubicBezTo>
                    <a:pt x="130" y="3610"/>
                    <a:pt x="1000" y="4437"/>
                    <a:pt x="2044" y="43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43"/>
            <p:cNvSpPr/>
            <p:nvPr/>
          </p:nvSpPr>
          <p:spPr>
            <a:xfrm>
              <a:off x="878000" y="332700"/>
              <a:ext cx="95700" cy="94625"/>
            </a:xfrm>
            <a:custGeom>
              <a:rect b="b" l="l" r="r" t="t"/>
              <a:pathLst>
                <a:path extrusionOk="0" h="3785" w="3828">
                  <a:moveTo>
                    <a:pt x="1740" y="3741"/>
                  </a:moveTo>
                  <a:cubicBezTo>
                    <a:pt x="3176" y="3698"/>
                    <a:pt x="3828" y="1915"/>
                    <a:pt x="2741" y="958"/>
                  </a:cubicBezTo>
                  <a:cubicBezTo>
                    <a:pt x="1697" y="1"/>
                    <a:pt x="1" y="827"/>
                    <a:pt x="88" y="2219"/>
                  </a:cubicBezTo>
                  <a:cubicBezTo>
                    <a:pt x="131" y="3089"/>
                    <a:pt x="870" y="3785"/>
                    <a:pt x="1740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43"/>
            <p:cNvSpPr/>
            <p:nvPr/>
          </p:nvSpPr>
          <p:spPr>
            <a:xfrm>
              <a:off x="729050" y="342500"/>
              <a:ext cx="77225" cy="78300"/>
            </a:xfrm>
            <a:custGeom>
              <a:rect b="b" l="l" r="r" t="t"/>
              <a:pathLst>
                <a:path extrusionOk="0" h="3132" w="3089">
                  <a:moveTo>
                    <a:pt x="1435" y="3088"/>
                  </a:moveTo>
                  <a:cubicBezTo>
                    <a:pt x="2566" y="3045"/>
                    <a:pt x="3088" y="1610"/>
                    <a:pt x="2262" y="783"/>
                  </a:cubicBezTo>
                  <a:cubicBezTo>
                    <a:pt x="1392" y="0"/>
                    <a:pt x="0" y="653"/>
                    <a:pt x="44" y="1827"/>
                  </a:cubicBezTo>
                  <a:cubicBezTo>
                    <a:pt x="44" y="2523"/>
                    <a:pt x="696" y="3132"/>
                    <a:pt x="1435" y="30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19" name="Google Shape;51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625" y="1514425"/>
            <a:ext cx="3820574" cy="2865425"/>
          </a:xfrm>
          <a:prstGeom prst="rect">
            <a:avLst/>
          </a:prstGeom>
          <a:noFill/>
          <a:ln>
            <a:noFill/>
          </a:ln>
          <a:effectLst>
            <a:outerShdw blurRad="200025" rotWithShape="0" algn="bl" dist="9525">
              <a:srgbClr val="000000"/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4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Valores</a:t>
            </a:r>
            <a:endParaRPr/>
          </a:p>
        </p:txBody>
      </p:sp>
      <p:sp>
        <p:nvSpPr>
          <p:cNvPr id="525" name="Google Shape;525;p44"/>
          <p:cNvSpPr txBox="1"/>
          <p:nvPr>
            <p:ph idx="1" type="body"/>
          </p:nvPr>
        </p:nvSpPr>
        <p:spPr>
          <a:xfrm>
            <a:off x="713250" y="1490925"/>
            <a:ext cx="3849300" cy="31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800"/>
              <a:t>Sumak Kawsay (“Buen Vivir”)</a:t>
            </a:r>
            <a:endParaRPr sz="18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800"/>
              <a:t>Armonía entre humanos y naturaleza</a:t>
            </a:r>
            <a:endParaRPr sz="18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800"/>
              <a:t>Mercados como centros sociales</a:t>
            </a:r>
            <a:endParaRPr sz="18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800"/>
              <a:t>Mercado de Otavalo: importante centro cultural</a:t>
            </a:r>
            <a:endParaRPr sz="1800"/>
          </a:p>
        </p:txBody>
      </p:sp>
      <p:grpSp>
        <p:nvGrpSpPr>
          <p:cNvPr id="526" name="Google Shape;526;p44"/>
          <p:cNvGrpSpPr/>
          <p:nvPr/>
        </p:nvGrpSpPr>
        <p:grpSpPr>
          <a:xfrm>
            <a:off x="2504660" y="1133688"/>
            <a:ext cx="4134677" cy="221374"/>
            <a:chOff x="729050" y="223975"/>
            <a:chExt cx="6133625" cy="328400"/>
          </a:xfrm>
        </p:grpSpPr>
        <p:sp>
          <p:nvSpPr>
            <p:cNvPr id="527" name="Google Shape;527;p44"/>
            <p:cNvSpPr/>
            <p:nvPr/>
          </p:nvSpPr>
          <p:spPr>
            <a:xfrm>
              <a:off x="1275975" y="223975"/>
              <a:ext cx="5038675" cy="328400"/>
            </a:xfrm>
            <a:custGeom>
              <a:rect b="b" l="l" r="r" t="t"/>
              <a:pathLst>
                <a:path extrusionOk="0" h="13136" w="201547">
                  <a:moveTo>
                    <a:pt x="201547" y="5481"/>
                  </a:moveTo>
                  <a:lnTo>
                    <a:pt x="201547" y="7351"/>
                  </a:lnTo>
                  <a:lnTo>
                    <a:pt x="145136" y="7351"/>
                  </a:lnTo>
                  <a:cubicBezTo>
                    <a:pt x="143918" y="7351"/>
                    <a:pt x="142744" y="7829"/>
                    <a:pt x="141961" y="8743"/>
                  </a:cubicBezTo>
                  <a:cubicBezTo>
                    <a:pt x="140526" y="8438"/>
                    <a:pt x="139178" y="6959"/>
                    <a:pt x="137525" y="5785"/>
                  </a:cubicBezTo>
                  <a:cubicBezTo>
                    <a:pt x="135046" y="4089"/>
                    <a:pt x="133045" y="3958"/>
                    <a:pt x="130479" y="5524"/>
                  </a:cubicBezTo>
                  <a:cubicBezTo>
                    <a:pt x="129087" y="6394"/>
                    <a:pt x="127739" y="7351"/>
                    <a:pt x="126434" y="8395"/>
                  </a:cubicBezTo>
                  <a:cubicBezTo>
                    <a:pt x="122520" y="11309"/>
                    <a:pt x="117997" y="13136"/>
                    <a:pt x="115039" y="7916"/>
                  </a:cubicBezTo>
                  <a:cubicBezTo>
                    <a:pt x="113995" y="8482"/>
                    <a:pt x="112908" y="8830"/>
                    <a:pt x="111777" y="9047"/>
                  </a:cubicBezTo>
                  <a:cubicBezTo>
                    <a:pt x="105949" y="10091"/>
                    <a:pt x="103470" y="3741"/>
                    <a:pt x="107428" y="1175"/>
                  </a:cubicBezTo>
                  <a:cubicBezTo>
                    <a:pt x="109211" y="1"/>
                    <a:pt x="111690" y="392"/>
                    <a:pt x="112386" y="3132"/>
                  </a:cubicBezTo>
                  <a:cubicBezTo>
                    <a:pt x="109254" y="1784"/>
                    <a:pt x="106340" y="5872"/>
                    <a:pt x="110037" y="7046"/>
                  </a:cubicBezTo>
                  <a:cubicBezTo>
                    <a:pt x="112256" y="7742"/>
                    <a:pt x="115561" y="6003"/>
                    <a:pt x="117127" y="5046"/>
                  </a:cubicBezTo>
                  <a:cubicBezTo>
                    <a:pt x="120693" y="2828"/>
                    <a:pt x="125651" y="914"/>
                    <a:pt x="128478" y="5176"/>
                  </a:cubicBezTo>
                  <a:cubicBezTo>
                    <a:pt x="130044" y="4002"/>
                    <a:pt x="132045" y="2567"/>
                    <a:pt x="134002" y="2436"/>
                  </a:cubicBezTo>
                  <a:cubicBezTo>
                    <a:pt x="137916" y="2219"/>
                    <a:pt x="139047" y="5481"/>
                    <a:pt x="142744" y="5481"/>
                  </a:cubicBezTo>
                  <a:close/>
                  <a:moveTo>
                    <a:pt x="0" y="7351"/>
                  </a:moveTo>
                  <a:lnTo>
                    <a:pt x="0" y="5481"/>
                  </a:lnTo>
                  <a:lnTo>
                    <a:pt x="58846" y="5481"/>
                  </a:lnTo>
                  <a:cubicBezTo>
                    <a:pt x="62543" y="5481"/>
                    <a:pt x="63674" y="2219"/>
                    <a:pt x="67545" y="2436"/>
                  </a:cubicBezTo>
                  <a:cubicBezTo>
                    <a:pt x="69458" y="2567"/>
                    <a:pt x="71459" y="4002"/>
                    <a:pt x="73068" y="5176"/>
                  </a:cubicBezTo>
                  <a:cubicBezTo>
                    <a:pt x="75895" y="914"/>
                    <a:pt x="80810" y="2828"/>
                    <a:pt x="84420" y="5046"/>
                  </a:cubicBezTo>
                  <a:cubicBezTo>
                    <a:pt x="86029" y="6003"/>
                    <a:pt x="89291" y="7742"/>
                    <a:pt x="91466" y="7046"/>
                  </a:cubicBezTo>
                  <a:cubicBezTo>
                    <a:pt x="95163" y="5872"/>
                    <a:pt x="92292" y="1784"/>
                    <a:pt x="89117" y="3132"/>
                  </a:cubicBezTo>
                  <a:cubicBezTo>
                    <a:pt x="89857" y="392"/>
                    <a:pt x="92336" y="1"/>
                    <a:pt x="94119" y="1175"/>
                  </a:cubicBezTo>
                  <a:cubicBezTo>
                    <a:pt x="98077" y="3741"/>
                    <a:pt x="95554" y="10091"/>
                    <a:pt x="89770" y="9047"/>
                  </a:cubicBezTo>
                  <a:cubicBezTo>
                    <a:pt x="88639" y="8830"/>
                    <a:pt x="87551" y="8438"/>
                    <a:pt x="86508" y="7916"/>
                  </a:cubicBezTo>
                  <a:cubicBezTo>
                    <a:pt x="83550" y="13136"/>
                    <a:pt x="79027" y="11309"/>
                    <a:pt x="75112" y="8351"/>
                  </a:cubicBezTo>
                  <a:cubicBezTo>
                    <a:pt x="73808" y="7351"/>
                    <a:pt x="72459" y="6394"/>
                    <a:pt x="71068" y="5524"/>
                  </a:cubicBezTo>
                  <a:cubicBezTo>
                    <a:pt x="68502" y="3958"/>
                    <a:pt x="66501" y="4089"/>
                    <a:pt x="63978" y="5785"/>
                  </a:cubicBezTo>
                  <a:cubicBezTo>
                    <a:pt x="62369" y="6916"/>
                    <a:pt x="60977" y="8438"/>
                    <a:pt x="59585" y="8743"/>
                  </a:cubicBezTo>
                  <a:cubicBezTo>
                    <a:pt x="58759" y="7829"/>
                    <a:pt x="57585" y="7307"/>
                    <a:pt x="56367" y="7351"/>
                  </a:cubicBezTo>
                  <a:close/>
                  <a:moveTo>
                    <a:pt x="116170" y="7351"/>
                  </a:moveTo>
                  <a:cubicBezTo>
                    <a:pt x="118997" y="11961"/>
                    <a:pt x="123477" y="9004"/>
                    <a:pt x="126739" y="6525"/>
                  </a:cubicBezTo>
                  <a:lnTo>
                    <a:pt x="126869" y="6438"/>
                  </a:lnTo>
                  <a:cubicBezTo>
                    <a:pt x="124216" y="3132"/>
                    <a:pt x="119780" y="5133"/>
                    <a:pt x="116822" y="6959"/>
                  </a:cubicBezTo>
                  <a:cubicBezTo>
                    <a:pt x="116605" y="7133"/>
                    <a:pt x="116387" y="7264"/>
                    <a:pt x="116170" y="7394"/>
                  </a:cubicBezTo>
                  <a:moveTo>
                    <a:pt x="85420" y="7394"/>
                  </a:moveTo>
                  <a:cubicBezTo>
                    <a:pt x="85203" y="7264"/>
                    <a:pt x="84985" y="7133"/>
                    <a:pt x="84724" y="6959"/>
                  </a:cubicBezTo>
                  <a:cubicBezTo>
                    <a:pt x="81767" y="5133"/>
                    <a:pt x="77374" y="3176"/>
                    <a:pt x="74721" y="6438"/>
                  </a:cubicBezTo>
                  <a:lnTo>
                    <a:pt x="74852" y="6525"/>
                  </a:lnTo>
                  <a:cubicBezTo>
                    <a:pt x="78113" y="9004"/>
                    <a:pt x="82593" y="11961"/>
                    <a:pt x="85420" y="735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44"/>
            <p:cNvSpPr/>
            <p:nvPr/>
          </p:nvSpPr>
          <p:spPr>
            <a:xfrm>
              <a:off x="624177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828" y="5089"/>
                  </a:moveTo>
                  <a:cubicBezTo>
                    <a:pt x="871" y="5002"/>
                    <a:pt x="1" y="2610"/>
                    <a:pt x="1436" y="1305"/>
                  </a:cubicBezTo>
                  <a:cubicBezTo>
                    <a:pt x="2871" y="0"/>
                    <a:pt x="5176" y="1087"/>
                    <a:pt x="5089" y="3045"/>
                  </a:cubicBezTo>
                  <a:cubicBezTo>
                    <a:pt x="5002" y="4219"/>
                    <a:pt x="4002" y="5132"/>
                    <a:pt x="2828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44"/>
            <p:cNvSpPr/>
            <p:nvPr/>
          </p:nvSpPr>
          <p:spPr>
            <a:xfrm>
              <a:off x="6437500" y="322925"/>
              <a:ext cx="112025" cy="110925"/>
            </a:xfrm>
            <a:custGeom>
              <a:rect b="b" l="l" r="r" t="t"/>
              <a:pathLst>
                <a:path extrusionOk="0" h="4437" w="4481">
                  <a:moveTo>
                    <a:pt x="2436" y="4393"/>
                  </a:moveTo>
                  <a:cubicBezTo>
                    <a:pt x="740" y="4306"/>
                    <a:pt x="0" y="2262"/>
                    <a:pt x="1262" y="1131"/>
                  </a:cubicBezTo>
                  <a:cubicBezTo>
                    <a:pt x="2479" y="0"/>
                    <a:pt x="4480" y="914"/>
                    <a:pt x="4393" y="2610"/>
                  </a:cubicBezTo>
                  <a:cubicBezTo>
                    <a:pt x="4350" y="3654"/>
                    <a:pt x="3480" y="4437"/>
                    <a:pt x="2436" y="43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44"/>
            <p:cNvSpPr/>
            <p:nvPr/>
          </p:nvSpPr>
          <p:spPr>
            <a:xfrm>
              <a:off x="6618000" y="332700"/>
              <a:ext cx="94625" cy="94625"/>
            </a:xfrm>
            <a:custGeom>
              <a:rect b="b" l="l" r="r" t="t"/>
              <a:pathLst>
                <a:path extrusionOk="0" h="3785" w="3785">
                  <a:moveTo>
                    <a:pt x="2044" y="3741"/>
                  </a:moveTo>
                  <a:cubicBezTo>
                    <a:pt x="653" y="3698"/>
                    <a:pt x="0" y="1915"/>
                    <a:pt x="1044" y="958"/>
                  </a:cubicBezTo>
                  <a:cubicBezTo>
                    <a:pt x="2088" y="1"/>
                    <a:pt x="3784" y="827"/>
                    <a:pt x="3741" y="2219"/>
                  </a:cubicBezTo>
                  <a:cubicBezTo>
                    <a:pt x="3654" y="3089"/>
                    <a:pt x="2914" y="3785"/>
                    <a:pt x="2044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44"/>
            <p:cNvSpPr/>
            <p:nvPr/>
          </p:nvSpPr>
          <p:spPr>
            <a:xfrm>
              <a:off x="6784350" y="342500"/>
              <a:ext cx="78325" cy="77225"/>
            </a:xfrm>
            <a:custGeom>
              <a:rect b="b" l="l" r="r" t="t"/>
              <a:pathLst>
                <a:path extrusionOk="0" h="3089" w="3133">
                  <a:moveTo>
                    <a:pt x="1697" y="3088"/>
                  </a:moveTo>
                  <a:cubicBezTo>
                    <a:pt x="523" y="3045"/>
                    <a:pt x="1" y="1610"/>
                    <a:pt x="871" y="827"/>
                  </a:cubicBezTo>
                  <a:cubicBezTo>
                    <a:pt x="1740" y="0"/>
                    <a:pt x="3132" y="653"/>
                    <a:pt x="3089" y="1827"/>
                  </a:cubicBezTo>
                  <a:cubicBezTo>
                    <a:pt x="3045" y="2523"/>
                    <a:pt x="2436" y="3088"/>
                    <a:pt x="1697" y="304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44"/>
            <p:cNvSpPr/>
            <p:nvPr/>
          </p:nvSpPr>
          <p:spPr>
            <a:xfrm>
              <a:off x="121942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392" y="5089"/>
                  </a:moveTo>
                  <a:cubicBezTo>
                    <a:pt x="4306" y="5002"/>
                    <a:pt x="5176" y="2610"/>
                    <a:pt x="3741" y="1305"/>
                  </a:cubicBezTo>
                  <a:cubicBezTo>
                    <a:pt x="2306" y="0"/>
                    <a:pt x="0" y="1087"/>
                    <a:pt x="131" y="3045"/>
                  </a:cubicBezTo>
                  <a:cubicBezTo>
                    <a:pt x="174" y="4219"/>
                    <a:pt x="1175" y="5132"/>
                    <a:pt x="2392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44"/>
            <p:cNvSpPr/>
            <p:nvPr/>
          </p:nvSpPr>
          <p:spPr>
            <a:xfrm>
              <a:off x="1042200" y="322925"/>
              <a:ext cx="112000" cy="110925"/>
            </a:xfrm>
            <a:custGeom>
              <a:rect b="b" l="l" r="r" t="t"/>
              <a:pathLst>
                <a:path extrusionOk="0" h="4437" w="4480">
                  <a:moveTo>
                    <a:pt x="2044" y="4393"/>
                  </a:moveTo>
                  <a:cubicBezTo>
                    <a:pt x="3697" y="4306"/>
                    <a:pt x="4480" y="2262"/>
                    <a:pt x="3218" y="1131"/>
                  </a:cubicBezTo>
                  <a:cubicBezTo>
                    <a:pt x="2001" y="0"/>
                    <a:pt x="0" y="914"/>
                    <a:pt x="87" y="2610"/>
                  </a:cubicBezTo>
                  <a:cubicBezTo>
                    <a:pt x="130" y="3610"/>
                    <a:pt x="1000" y="4437"/>
                    <a:pt x="2044" y="43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44"/>
            <p:cNvSpPr/>
            <p:nvPr/>
          </p:nvSpPr>
          <p:spPr>
            <a:xfrm>
              <a:off x="878000" y="332700"/>
              <a:ext cx="95700" cy="94625"/>
            </a:xfrm>
            <a:custGeom>
              <a:rect b="b" l="l" r="r" t="t"/>
              <a:pathLst>
                <a:path extrusionOk="0" h="3785" w="3828">
                  <a:moveTo>
                    <a:pt x="1740" y="3741"/>
                  </a:moveTo>
                  <a:cubicBezTo>
                    <a:pt x="3176" y="3698"/>
                    <a:pt x="3828" y="1915"/>
                    <a:pt x="2741" y="958"/>
                  </a:cubicBezTo>
                  <a:cubicBezTo>
                    <a:pt x="1697" y="1"/>
                    <a:pt x="1" y="827"/>
                    <a:pt x="88" y="2219"/>
                  </a:cubicBezTo>
                  <a:cubicBezTo>
                    <a:pt x="131" y="3089"/>
                    <a:pt x="870" y="3785"/>
                    <a:pt x="1740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44"/>
            <p:cNvSpPr/>
            <p:nvPr/>
          </p:nvSpPr>
          <p:spPr>
            <a:xfrm>
              <a:off x="729050" y="342500"/>
              <a:ext cx="77225" cy="78300"/>
            </a:xfrm>
            <a:custGeom>
              <a:rect b="b" l="l" r="r" t="t"/>
              <a:pathLst>
                <a:path extrusionOk="0" h="3132" w="3089">
                  <a:moveTo>
                    <a:pt x="1435" y="3088"/>
                  </a:moveTo>
                  <a:cubicBezTo>
                    <a:pt x="2566" y="3045"/>
                    <a:pt x="3088" y="1610"/>
                    <a:pt x="2262" y="783"/>
                  </a:cubicBezTo>
                  <a:cubicBezTo>
                    <a:pt x="1392" y="0"/>
                    <a:pt x="0" y="653"/>
                    <a:pt x="44" y="1827"/>
                  </a:cubicBezTo>
                  <a:cubicBezTo>
                    <a:pt x="44" y="2523"/>
                    <a:pt x="696" y="3132"/>
                    <a:pt x="1435" y="30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36" name="Google Shape;536;p44"/>
          <p:cNvPicPr preferRelativeResize="0"/>
          <p:nvPr/>
        </p:nvPicPr>
        <p:blipFill rotWithShape="1">
          <a:blip r:embed="rId3">
            <a:alphaModFix/>
          </a:blip>
          <a:srcRect b="0" l="0" r="2220" t="0"/>
          <a:stretch/>
        </p:blipFill>
        <p:spPr>
          <a:xfrm>
            <a:off x="4811250" y="1490925"/>
            <a:ext cx="3152325" cy="2961150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>
              <a:srgbClr val="000000">
                <a:alpha val="85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5"/>
          <p:cNvSpPr/>
          <p:nvPr/>
        </p:nvSpPr>
        <p:spPr>
          <a:xfrm>
            <a:off x="553600" y="373975"/>
            <a:ext cx="3566700" cy="4402800"/>
          </a:xfrm>
          <a:prstGeom prst="plaque">
            <a:avLst>
              <a:gd fmla="val 8509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45"/>
          <p:cNvSpPr txBox="1"/>
          <p:nvPr>
            <p:ph idx="1" type="subTitle"/>
          </p:nvPr>
        </p:nvSpPr>
        <p:spPr>
          <a:xfrm>
            <a:off x="4709500" y="1827550"/>
            <a:ext cx="3352800" cy="24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Ceviche: mariscos con limón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Llapingachos: tortillas de papa con queso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Hornado: cerdo asado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Fanesca: sopa tradicional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Seco de chivo: guiso de cabrito</a:t>
            </a:r>
            <a:endParaRPr/>
          </a:p>
        </p:txBody>
      </p:sp>
      <p:sp>
        <p:nvSpPr>
          <p:cNvPr id="543" name="Google Shape;543;p45"/>
          <p:cNvSpPr txBox="1"/>
          <p:nvPr>
            <p:ph type="title"/>
          </p:nvPr>
        </p:nvSpPr>
        <p:spPr>
          <a:xfrm>
            <a:off x="4341150" y="914395"/>
            <a:ext cx="40896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Gastronomía</a:t>
            </a:r>
            <a:endParaRPr/>
          </a:p>
        </p:txBody>
      </p:sp>
      <p:grpSp>
        <p:nvGrpSpPr>
          <p:cNvPr id="544" name="Google Shape;544;p45"/>
          <p:cNvGrpSpPr/>
          <p:nvPr/>
        </p:nvGrpSpPr>
        <p:grpSpPr>
          <a:xfrm>
            <a:off x="4801024" y="1554185"/>
            <a:ext cx="3169857" cy="169717"/>
            <a:chOff x="729050" y="223975"/>
            <a:chExt cx="6133625" cy="328400"/>
          </a:xfrm>
        </p:grpSpPr>
        <p:sp>
          <p:nvSpPr>
            <p:cNvPr id="545" name="Google Shape;545;p45"/>
            <p:cNvSpPr/>
            <p:nvPr/>
          </p:nvSpPr>
          <p:spPr>
            <a:xfrm>
              <a:off x="1275975" y="223975"/>
              <a:ext cx="5038675" cy="328400"/>
            </a:xfrm>
            <a:custGeom>
              <a:rect b="b" l="l" r="r" t="t"/>
              <a:pathLst>
                <a:path extrusionOk="0" h="13136" w="201547">
                  <a:moveTo>
                    <a:pt x="201547" y="5481"/>
                  </a:moveTo>
                  <a:lnTo>
                    <a:pt x="201547" y="7351"/>
                  </a:lnTo>
                  <a:lnTo>
                    <a:pt x="145136" y="7351"/>
                  </a:lnTo>
                  <a:cubicBezTo>
                    <a:pt x="143918" y="7351"/>
                    <a:pt x="142744" y="7829"/>
                    <a:pt x="141961" y="8743"/>
                  </a:cubicBezTo>
                  <a:cubicBezTo>
                    <a:pt x="140526" y="8438"/>
                    <a:pt x="139178" y="6959"/>
                    <a:pt x="137525" y="5785"/>
                  </a:cubicBezTo>
                  <a:cubicBezTo>
                    <a:pt x="135046" y="4089"/>
                    <a:pt x="133045" y="3958"/>
                    <a:pt x="130479" y="5524"/>
                  </a:cubicBezTo>
                  <a:cubicBezTo>
                    <a:pt x="129087" y="6394"/>
                    <a:pt x="127739" y="7351"/>
                    <a:pt x="126434" y="8395"/>
                  </a:cubicBezTo>
                  <a:cubicBezTo>
                    <a:pt x="122520" y="11309"/>
                    <a:pt x="117997" y="13136"/>
                    <a:pt x="115039" y="7916"/>
                  </a:cubicBezTo>
                  <a:cubicBezTo>
                    <a:pt x="113995" y="8482"/>
                    <a:pt x="112908" y="8830"/>
                    <a:pt x="111777" y="9047"/>
                  </a:cubicBezTo>
                  <a:cubicBezTo>
                    <a:pt x="105949" y="10091"/>
                    <a:pt x="103470" y="3741"/>
                    <a:pt x="107428" y="1175"/>
                  </a:cubicBezTo>
                  <a:cubicBezTo>
                    <a:pt x="109211" y="1"/>
                    <a:pt x="111690" y="392"/>
                    <a:pt x="112386" y="3132"/>
                  </a:cubicBezTo>
                  <a:cubicBezTo>
                    <a:pt x="109254" y="1784"/>
                    <a:pt x="106340" y="5872"/>
                    <a:pt x="110037" y="7046"/>
                  </a:cubicBezTo>
                  <a:cubicBezTo>
                    <a:pt x="112256" y="7742"/>
                    <a:pt x="115561" y="6003"/>
                    <a:pt x="117127" y="5046"/>
                  </a:cubicBezTo>
                  <a:cubicBezTo>
                    <a:pt x="120693" y="2828"/>
                    <a:pt x="125651" y="914"/>
                    <a:pt x="128478" y="5176"/>
                  </a:cubicBezTo>
                  <a:cubicBezTo>
                    <a:pt x="130044" y="4002"/>
                    <a:pt x="132045" y="2567"/>
                    <a:pt x="134002" y="2436"/>
                  </a:cubicBezTo>
                  <a:cubicBezTo>
                    <a:pt x="137916" y="2219"/>
                    <a:pt x="139047" y="5481"/>
                    <a:pt x="142744" y="5481"/>
                  </a:cubicBezTo>
                  <a:close/>
                  <a:moveTo>
                    <a:pt x="0" y="7351"/>
                  </a:moveTo>
                  <a:lnTo>
                    <a:pt x="0" y="5481"/>
                  </a:lnTo>
                  <a:lnTo>
                    <a:pt x="58846" y="5481"/>
                  </a:lnTo>
                  <a:cubicBezTo>
                    <a:pt x="62543" y="5481"/>
                    <a:pt x="63674" y="2219"/>
                    <a:pt x="67545" y="2436"/>
                  </a:cubicBezTo>
                  <a:cubicBezTo>
                    <a:pt x="69458" y="2567"/>
                    <a:pt x="71459" y="4002"/>
                    <a:pt x="73068" y="5176"/>
                  </a:cubicBezTo>
                  <a:cubicBezTo>
                    <a:pt x="75895" y="914"/>
                    <a:pt x="80810" y="2828"/>
                    <a:pt x="84420" y="5046"/>
                  </a:cubicBezTo>
                  <a:cubicBezTo>
                    <a:pt x="86029" y="6003"/>
                    <a:pt x="89291" y="7742"/>
                    <a:pt x="91466" y="7046"/>
                  </a:cubicBezTo>
                  <a:cubicBezTo>
                    <a:pt x="95163" y="5872"/>
                    <a:pt x="92292" y="1784"/>
                    <a:pt x="89117" y="3132"/>
                  </a:cubicBezTo>
                  <a:cubicBezTo>
                    <a:pt x="89857" y="392"/>
                    <a:pt x="92336" y="1"/>
                    <a:pt x="94119" y="1175"/>
                  </a:cubicBezTo>
                  <a:cubicBezTo>
                    <a:pt x="98077" y="3741"/>
                    <a:pt x="95554" y="10091"/>
                    <a:pt x="89770" y="9047"/>
                  </a:cubicBezTo>
                  <a:cubicBezTo>
                    <a:pt x="88639" y="8830"/>
                    <a:pt x="87551" y="8438"/>
                    <a:pt x="86508" y="7916"/>
                  </a:cubicBezTo>
                  <a:cubicBezTo>
                    <a:pt x="83550" y="13136"/>
                    <a:pt x="79027" y="11309"/>
                    <a:pt x="75112" y="8351"/>
                  </a:cubicBezTo>
                  <a:cubicBezTo>
                    <a:pt x="73808" y="7351"/>
                    <a:pt x="72459" y="6394"/>
                    <a:pt x="71068" y="5524"/>
                  </a:cubicBezTo>
                  <a:cubicBezTo>
                    <a:pt x="68502" y="3958"/>
                    <a:pt x="66501" y="4089"/>
                    <a:pt x="63978" y="5785"/>
                  </a:cubicBezTo>
                  <a:cubicBezTo>
                    <a:pt x="62369" y="6916"/>
                    <a:pt x="60977" y="8438"/>
                    <a:pt x="59585" y="8743"/>
                  </a:cubicBezTo>
                  <a:cubicBezTo>
                    <a:pt x="58759" y="7829"/>
                    <a:pt x="57585" y="7307"/>
                    <a:pt x="56367" y="7351"/>
                  </a:cubicBezTo>
                  <a:close/>
                  <a:moveTo>
                    <a:pt x="116170" y="7351"/>
                  </a:moveTo>
                  <a:cubicBezTo>
                    <a:pt x="118997" y="11961"/>
                    <a:pt x="123477" y="9004"/>
                    <a:pt x="126739" y="6525"/>
                  </a:cubicBezTo>
                  <a:lnTo>
                    <a:pt x="126869" y="6438"/>
                  </a:lnTo>
                  <a:cubicBezTo>
                    <a:pt x="124216" y="3132"/>
                    <a:pt x="119780" y="5133"/>
                    <a:pt x="116822" y="6959"/>
                  </a:cubicBezTo>
                  <a:cubicBezTo>
                    <a:pt x="116605" y="7133"/>
                    <a:pt x="116387" y="7264"/>
                    <a:pt x="116170" y="7394"/>
                  </a:cubicBezTo>
                  <a:moveTo>
                    <a:pt x="85420" y="7394"/>
                  </a:moveTo>
                  <a:cubicBezTo>
                    <a:pt x="85203" y="7264"/>
                    <a:pt x="84985" y="7133"/>
                    <a:pt x="84724" y="6959"/>
                  </a:cubicBezTo>
                  <a:cubicBezTo>
                    <a:pt x="81767" y="5133"/>
                    <a:pt x="77374" y="3176"/>
                    <a:pt x="74721" y="6438"/>
                  </a:cubicBezTo>
                  <a:lnTo>
                    <a:pt x="74852" y="6525"/>
                  </a:lnTo>
                  <a:cubicBezTo>
                    <a:pt x="78113" y="9004"/>
                    <a:pt x="82593" y="11961"/>
                    <a:pt x="85420" y="735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45"/>
            <p:cNvSpPr/>
            <p:nvPr/>
          </p:nvSpPr>
          <p:spPr>
            <a:xfrm>
              <a:off x="624177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828" y="5089"/>
                  </a:moveTo>
                  <a:cubicBezTo>
                    <a:pt x="871" y="5002"/>
                    <a:pt x="1" y="2610"/>
                    <a:pt x="1436" y="1305"/>
                  </a:cubicBezTo>
                  <a:cubicBezTo>
                    <a:pt x="2871" y="0"/>
                    <a:pt x="5176" y="1087"/>
                    <a:pt x="5089" y="3045"/>
                  </a:cubicBezTo>
                  <a:cubicBezTo>
                    <a:pt x="5002" y="4219"/>
                    <a:pt x="4002" y="5132"/>
                    <a:pt x="2828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45"/>
            <p:cNvSpPr/>
            <p:nvPr/>
          </p:nvSpPr>
          <p:spPr>
            <a:xfrm>
              <a:off x="6437500" y="322925"/>
              <a:ext cx="112025" cy="110925"/>
            </a:xfrm>
            <a:custGeom>
              <a:rect b="b" l="l" r="r" t="t"/>
              <a:pathLst>
                <a:path extrusionOk="0" h="4437" w="4481">
                  <a:moveTo>
                    <a:pt x="2436" y="4393"/>
                  </a:moveTo>
                  <a:cubicBezTo>
                    <a:pt x="740" y="4306"/>
                    <a:pt x="0" y="2262"/>
                    <a:pt x="1262" y="1131"/>
                  </a:cubicBezTo>
                  <a:cubicBezTo>
                    <a:pt x="2479" y="0"/>
                    <a:pt x="4480" y="914"/>
                    <a:pt x="4393" y="2610"/>
                  </a:cubicBezTo>
                  <a:cubicBezTo>
                    <a:pt x="4350" y="3654"/>
                    <a:pt x="3480" y="4437"/>
                    <a:pt x="2436" y="43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45"/>
            <p:cNvSpPr/>
            <p:nvPr/>
          </p:nvSpPr>
          <p:spPr>
            <a:xfrm>
              <a:off x="6618000" y="332700"/>
              <a:ext cx="94625" cy="94625"/>
            </a:xfrm>
            <a:custGeom>
              <a:rect b="b" l="l" r="r" t="t"/>
              <a:pathLst>
                <a:path extrusionOk="0" h="3785" w="3785">
                  <a:moveTo>
                    <a:pt x="2044" y="3741"/>
                  </a:moveTo>
                  <a:cubicBezTo>
                    <a:pt x="653" y="3698"/>
                    <a:pt x="0" y="1915"/>
                    <a:pt x="1044" y="958"/>
                  </a:cubicBezTo>
                  <a:cubicBezTo>
                    <a:pt x="2088" y="1"/>
                    <a:pt x="3784" y="827"/>
                    <a:pt x="3741" y="2219"/>
                  </a:cubicBezTo>
                  <a:cubicBezTo>
                    <a:pt x="3654" y="3089"/>
                    <a:pt x="2914" y="3785"/>
                    <a:pt x="2044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45"/>
            <p:cNvSpPr/>
            <p:nvPr/>
          </p:nvSpPr>
          <p:spPr>
            <a:xfrm>
              <a:off x="6784350" y="342500"/>
              <a:ext cx="78325" cy="77225"/>
            </a:xfrm>
            <a:custGeom>
              <a:rect b="b" l="l" r="r" t="t"/>
              <a:pathLst>
                <a:path extrusionOk="0" h="3089" w="3133">
                  <a:moveTo>
                    <a:pt x="1697" y="3088"/>
                  </a:moveTo>
                  <a:cubicBezTo>
                    <a:pt x="523" y="3045"/>
                    <a:pt x="1" y="1610"/>
                    <a:pt x="871" y="827"/>
                  </a:cubicBezTo>
                  <a:cubicBezTo>
                    <a:pt x="1740" y="0"/>
                    <a:pt x="3132" y="653"/>
                    <a:pt x="3089" y="1827"/>
                  </a:cubicBezTo>
                  <a:cubicBezTo>
                    <a:pt x="3045" y="2523"/>
                    <a:pt x="2436" y="3088"/>
                    <a:pt x="1697" y="304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45"/>
            <p:cNvSpPr/>
            <p:nvPr/>
          </p:nvSpPr>
          <p:spPr>
            <a:xfrm>
              <a:off x="121942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392" y="5089"/>
                  </a:moveTo>
                  <a:cubicBezTo>
                    <a:pt x="4306" y="5002"/>
                    <a:pt x="5176" y="2610"/>
                    <a:pt x="3741" y="1305"/>
                  </a:cubicBezTo>
                  <a:cubicBezTo>
                    <a:pt x="2306" y="0"/>
                    <a:pt x="0" y="1087"/>
                    <a:pt x="131" y="3045"/>
                  </a:cubicBezTo>
                  <a:cubicBezTo>
                    <a:pt x="174" y="4219"/>
                    <a:pt x="1175" y="5132"/>
                    <a:pt x="2392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45"/>
            <p:cNvSpPr/>
            <p:nvPr/>
          </p:nvSpPr>
          <p:spPr>
            <a:xfrm>
              <a:off x="1042200" y="322925"/>
              <a:ext cx="112000" cy="110925"/>
            </a:xfrm>
            <a:custGeom>
              <a:rect b="b" l="l" r="r" t="t"/>
              <a:pathLst>
                <a:path extrusionOk="0" h="4437" w="4480">
                  <a:moveTo>
                    <a:pt x="2044" y="4393"/>
                  </a:moveTo>
                  <a:cubicBezTo>
                    <a:pt x="3697" y="4306"/>
                    <a:pt x="4480" y="2262"/>
                    <a:pt x="3218" y="1131"/>
                  </a:cubicBezTo>
                  <a:cubicBezTo>
                    <a:pt x="2001" y="0"/>
                    <a:pt x="0" y="914"/>
                    <a:pt x="87" y="2610"/>
                  </a:cubicBezTo>
                  <a:cubicBezTo>
                    <a:pt x="130" y="3610"/>
                    <a:pt x="1000" y="4437"/>
                    <a:pt x="2044" y="43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45"/>
            <p:cNvSpPr/>
            <p:nvPr/>
          </p:nvSpPr>
          <p:spPr>
            <a:xfrm>
              <a:off x="878000" y="332700"/>
              <a:ext cx="95700" cy="94625"/>
            </a:xfrm>
            <a:custGeom>
              <a:rect b="b" l="l" r="r" t="t"/>
              <a:pathLst>
                <a:path extrusionOk="0" h="3785" w="3828">
                  <a:moveTo>
                    <a:pt x="1740" y="3741"/>
                  </a:moveTo>
                  <a:cubicBezTo>
                    <a:pt x="3176" y="3698"/>
                    <a:pt x="3828" y="1915"/>
                    <a:pt x="2741" y="958"/>
                  </a:cubicBezTo>
                  <a:cubicBezTo>
                    <a:pt x="1697" y="1"/>
                    <a:pt x="1" y="827"/>
                    <a:pt x="88" y="2219"/>
                  </a:cubicBezTo>
                  <a:cubicBezTo>
                    <a:pt x="131" y="3089"/>
                    <a:pt x="870" y="3785"/>
                    <a:pt x="1740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45"/>
            <p:cNvSpPr/>
            <p:nvPr/>
          </p:nvSpPr>
          <p:spPr>
            <a:xfrm>
              <a:off x="729050" y="342500"/>
              <a:ext cx="77225" cy="78300"/>
            </a:xfrm>
            <a:custGeom>
              <a:rect b="b" l="l" r="r" t="t"/>
              <a:pathLst>
                <a:path extrusionOk="0" h="3132" w="3089">
                  <a:moveTo>
                    <a:pt x="1435" y="3088"/>
                  </a:moveTo>
                  <a:cubicBezTo>
                    <a:pt x="2566" y="3045"/>
                    <a:pt x="3088" y="1610"/>
                    <a:pt x="2262" y="783"/>
                  </a:cubicBezTo>
                  <a:cubicBezTo>
                    <a:pt x="1392" y="0"/>
                    <a:pt x="0" y="653"/>
                    <a:pt x="44" y="1827"/>
                  </a:cubicBezTo>
                  <a:cubicBezTo>
                    <a:pt x="44" y="2523"/>
                    <a:pt x="696" y="3132"/>
                    <a:pt x="1435" y="30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54" name="Google Shape;554;p45"/>
          <p:cNvPicPr preferRelativeResize="0"/>
          <p:nvPr/>
        </p:nvPicPr>
        <p:blipFill rotWithShape="1">
          <a:blip r:embed="rId3">
            <a:alphaModFix/>
          </a:blip>
          <a:srcRect b="11306" l="0" r="0" t="9574"/>
          <a:stretch/>
        </p:blipFill>
        <p:spPr>
          <a:xfrm>
            <a:off x="692588" y="494825"/>
            <a:ext cx="3288725" cy="19514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55" name="Google Shape;55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600" y="2624737"/>
            <a:ext cx="3288701" cy="2052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6"/>
          <p:cNvSpPr txBox="1"/>
          <p:nvPr>
            <p:ph idx="1" type="subTitle"/>
          </p:nvPr>
        </p:nvSpPr>
        <p:spPr>
          <a:xfrm>
            <a:off x="740550" y="1280050"/>
            <a:ext cx="7602000" cy="33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Jorge Icaza – Huasipungo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José de la Cuadra – Los Sangurimas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Joaquín Gallegos Lara – Las Cruces en el Agua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Juan Montalvo – Las Catalinarias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61" name="Google Shape;561;p46"/>
          <p:cNvSpPr txBox="1"/>
          <p:nvPr>
            <p:ph type="title"/>
          </p:nvPr>
        </p:nvSpPr>
        <p:spPr>
          <a:xfrm>
            <a:off x="2527200" y="424770"/>
            <a:ext cx="40896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Literatura</a:t>
            </a:r>
            <a:endParaRPr/>
          </a:p>
        </p:txBody>
      </p:sp>
      <p:grpSp>
        <p:nvGrpSpPr>
          <p:cNvPr id="562" name="Google Shape;562;p46"/>
          <p:cNvGrpSpPr/>
          <p:nvPr/>
        </p:nvGrpSpPr>
        <p:grpSpPr>
          <a:xfrm>
            <a:off x="2987074" y="1000785"/>
            <a:ext cx="3169857" cy="169717"/>
            <a:chOff x="729050" y="223975"/>
            <a:chExt cx="6133625" cy="328400"/>
          </a:xfrm>
        </p:grpSpPr>
        <p:sp>
          <p:nvSpPr>
            <p:cNvPr id="563" name="Google Shape;563;p46"/>
            <p:cNvSpPr/>
            <p:nvPr/>
          </p:nvSpPr>
          <p:spPr>
            <a:xfrm>
              <a:off x="1275975" y="223975"/>
              <a:ext cx="5038675" cy="328400"/>
            </a:xfrm>
            <a:custGeom>
              <a:rect b="b" l="l" r="r" t="t"/>
              <a:pathLst>
                <a:path extrusionOk="0" h="13136" w="201547">
                  <a:moveTo>
                    <a:pt x="201547" y="5481"/>
                  </a:moveTo>
                  <a:lnTo>
                    <a:pt x="201547" y="7351"/>
                  </a:lnTo>
                  <a:lnTo>
                    <a:pt x="145136" y="7351"/>
                  </a:lnTo>
                  <a:cubicBezTo>
                    <a:pt x="143918" y="7351"/>
                    <a:pt x="142744" y="7829"/>
                    <a:pt x="141961" y="8743"/>
                  </a:cubicBezTo>
                  <a:cubicBezTo>
                    <a:pt x="140526" y="8438"/>
                    <a:pt x="139178" y="6959"/>
                    <a:pt x="137525" y="5785"/>
                  </a:cubicBezTo>
                  <a:cubicBezTo>
                    <a:pt x="135046" y="4089"/>
                    <a:pt x="133045" y="3958"/>
                    <a:pt x="130479" y="5524"/>
                  </a:cubicBezTo>
                  <a:cubicBezTo>
                    <a:pt x="129087" y="6394"/>
                    <a:pt x="127739" y="7351"/>
                    <a:pt x="126434" y="8395"/>
                  </a:cubicBezTo>
                  <a:cubicBezTo>
                    <a:pt x="122520" y="11309"/>
                    <a:pt x="117997" y="13136"/>
                    <a:pt x="115039" y="7916"/>
                  </a:cubicBezTo>
                  <a:cubicBezTo>
                    <a:pt x="113995" y="8482"/>
                    <a:pt x="112908" y="8830"/>
                    <a:pt x="111777" y="9047"/>
                  </a:cubicBezTo>
                  <a:cubicBezTo>
                    <a:pt x="105949" y="10091"/>
                    <a:pt x="103470" y="3741"/>
                    <a:pt x="107428" y="1175"/>
                  </a:cubicBezTo>
                  <a:cubicBezTo>
                    <a:pt x="109211" y="1"/>
                    <a:pt x="111690" y="392"/>
                    <a:pt x="112386" y="3132"/>
                  </a:cubicBezTo>
                  <a:cubicBezTo>
                    <a:pt x="109254" y="1784"/>
                    <a:pt x="106340" y="5872"/>
                    <a:pt x="110037" y="7046"/>
                  </a:cubicBezTo>
                  <a:cubicBezTo>
                    <a:pt x="112256" y="7742"/>
                    <a:pt x="115561" y="6003"/>
                    <a:pt x="117127" y="5046"/>
                  </a:cubicBezTo>
                  <a:cubicBezTo>
                    <a:pt x="120693" y="2828"/>
                    <a:pt x="125651" y="914"/>
                    <a:pt x="128478" y="5176"/>
                  </a:cubicBezTo>
                  <a:cubicBezTo>
                    <a:pt x="130044" y="4002"/>
                    <a:pt x="132045" y="2567"/>
                    <a:pt x="134002" y="2436"/>
                  </a:cubicBezTo>
                  <a:cubicBezTo>
                    <a:pt x="137916" y="2219"/>
                    <a:pt x="139047" y="5481"/>
                    <a:pt x="142744" y="5481"/>
                  </a:cubicBezTo>
                  <a:close/>
                  <a:moveTo>
                    <a:pt x="0" y="7351"/>
                  </a:moveTo>
                  <a:lnTo>
                    <a:pt x="0" y="5481"/>
                  </a:lnTo>
                  <a:lnTo>
                    <a:pt x="58846" y="5481"/>
                  </a:lnTo>
                  <a:cubicBezTo>
                    <a:pt x="62543" y="5481"/>
                    <a:pt x="63674" y="2219"/>
                    <a:pt x="67545" y="2436"/>
                  </a:cubicBezTo>
                  <a:cubicBezTo>
                    <a:pt x="69458" y="2567"/>
                    <a:pt x="71459" y="4002"/>
                    <a:pt x="73068" y="5176"/>
                  </a:cubicBezTo>
                  <a:cubicBezTo>
                    <a:pt x="75895" y="914"/>
                    <a:pt x="80810" y="2828"/>
                    <a:pt x="84420" y="5046"/>
                  </a:cubicBezTo>
                  <a:cubicBezTo>
                    <a:pt x="86029" y="6003"/>
                    <a:pt x="89291" y="7742"/>
                    <a:pt x="91466" y="7046"/>
                  </a:cubicBezTo>
                  <a:cubicBezTo>
                    <a:pt x="95163" y="5872"/>
                    <a:pt x="92292" y="1784"/>
                    <a:pt x="89117" y="3132"/>
                  </a:cubicBezTo>
                  <a:cubicBezTo>
                    <a:pt x="89857" y="392"/>
                    <a:pt x="92336" y="1"/>
                    <a:pt x="94119" y="1175"/>
                  </a:cubicBezTo>
                  <a:cubicBezTo>
                    <a:pt x="98077" y="3741"/>
                    <a:pt x="95554" y="10091"/>
                    <a:pt x="89770" y="9047"/>
                  </a:cubicBezTo>
                  <a:cubicBezTo>
                    <a:pt x="88639" y="8830"/>
                    <a:pt x="87551" y="8438"/>
                    <a:pt x="86508" y="7916"/>
                  </a:cubicBezTo>
                  <a:cubicBezTo>
                    <a:pt x="83550" y="13136"/>
                    <a:pt x="79027" y="11309"/>
                    <a:pt x="75112" y="8351"/>
                  </a:cubicBezTo>
                  <a:cubicBezTo>
                    <a:pt x="73808" y="7351"/>
                    <a:pt x="72459" y="6394"/>
                    <a:pt x="71068" y="5524"/>
                  </a:cubicBezTo>
                  <a:cubicBezTo>
                    <a:pt x="68502" y="3958"/>
                    <a:pt x="66501" y="4089"/>
                    <a:pt x="63978" y="5785"/>
                  </a:cubicBezTo>
                  <a:cubicBezTo>
                    <a:pt x="62369" y="6916"/>
                    <a:pt x="60977" y="8438"/>
                    <a:pt x="59585" y="8743"/>
                  </a:cubicBezTo>
                  <a:cubicBezTo>
                    <a:pt x="58759" y="7829"/>
                    <a:pt x="57585" y="7307"/>
                    <a:pt x="56367" y="7351"/>
                  </a:cubicBezTo>
                  <a:close/>
                  <a:moveTo>
                    <a:pt x="116170" y="7351"/>
                  </a:moveTo>
                  <a:cubicBezTo>
                    <a:pt x="118997" y="11961"/>
                    <a:pt x="123477" y="9004"/>
                    <a:pt x="126739" y="6525"/>
                  </a:cubicBezTo>
                  <a:lnTo>
                    <a:pt x="126869" y="6438"/>
                  </a:lnTo>
                  <a:cubicBezTo>
                    <a:pt x="124216" y="3132"/>
                    <a:pt x="119780" y="5133"/>
                    <a:pt x="116822" y="6959"/>
                  </a:cubicBezTo>
                  <a:cubicBezTo>
                    <a:pt x="116605" y="7133"/>
                    <a:pt x="116387" y="7264"/>
                    <a:pt x="116170" y="7394"/>
                  </a:cubicBezTo>
                  <a:moveTo>
                    <a:pt x="85420" y="7394"/>
                  </a:moveTo>
                  <a:cubicBezTo>
                    <a:pt x="85203" y="7264"/>
                    <a:pt x="84985" y="7133"/>
                    <a:pt x="84724" y="6959"/>
                  </a:cubicBezTo>
                  <a:cubicBezTo>
                    <a:pt x="81767" y="5133"/>
                    <a:pt x="77374" y="3176"/>
                    <a:pt x="74721" y="6438"/>
                  </a:cubicBezTo>
                  <a:lnTo>
                    <a:pt x="74852" y="6525"/>
                  </a:lnTo>
                  <a:cubicBezTo>
                    <a:pt x="78113" y="9004"/>
                    <a:pt x="82593" y="11961"/>
                    <a:pt x="85420" y="735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46"/>
            <p:cNvSpPr/>
            <p:nvPr/>
          </p:nvSpPr>
          <p:spPr>
            <a:xfrm>
              <a:off x="624177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828" y="5089"/>
                  </a:moveTo>
                  <a:cubicBezTo>
                    <a:pt x="871" y="5002"/>
                    <a:pt x="1" y="2610"/>
                    <a:pt x="1436" y="1305"/>
                  </a:cubicBezTo>
                  <a:cubicBezTo>
                    <a:pt x="2871" y="0"/>
                    <a:pt x="5176" y="1087"/>
                    <a:pt x="5089" y="3045"/>
                  </a:cubicBezTo>
                  <a:cubicBezTo>
                    <a:pt x="5002" y="4219"/>
                    <a:pt x="4002" y="5132"/>
                    <a:pt x="2828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46"/>
            <p:cNvSpPr/>
            <p:nvPr/>
          </p:nvSpPr>
          <p:spPr>
            <a:xfrm>
              <a:off x="6437500" y="322925"/>
              <a:ext cx="112025" cy="110925"/>
            </a:xfrm>
            <a:custGeom>
              <a:rect b="b" l="l" r="r" t="t"/>
              <a:pathLst>
                <a:path extrusionOk="0" h="4437" w="4481">
                  <a:moveTo>
                    <a:pt x="2436" y="4393"/>
                  </a:moveTo>
                  <a:cubicBezTo>
                    <a:pt x="740" y="4306"/>
                    <a:pt x="0" y="2262"/>
                    <a:pt x="1262" y="1131"/>
                  </a:cubicBezTo>
                  <a:cubicBezTo>
                    <a:pt x="2479" y="0"/>
                    <a:pt x="4480" y="914"/>
                    <a:pt x="4393" y="2610"/>
                  </a:cubicBezTo>
                  <a:cubicBezTo>
                    <a:pt x="4350" y="3654"/>
                    <a:pt x="3480" y="4437"/>
                    <a:pt x="2436" y="43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46"/>
            <p:cNvSpPr/>
            <p:nvPr/>
          </p:nvSpPr>
          <p:spPr>
            <a:xfrm>
              <a:off x="6618000" y="332700"/>
              <a:ext cx="94625" cy="94625"/>
            </a:xfrm>
            <a:custGeom>
              <a:rect b="b" l="l" r="r" t="t"/>
              <a:pathLst>
                <a:path extrusionOk="0" h="3785" w="3785">
                  <a:moveTo>
                    <a:pt x="2044" y="3741"/>
                  </a:moveTo>
                  <a:cubicBezTo>
                    <a:pt x="653" y="3698"/>
                    <a:pt x="0" y="1915"/>
                    <a:pt x="1044" y="958"/>
                  </a:cubicBezTo>
                  <a:cubicBezTo>
                    <a:pt x="2088" y="1"/>
                    <a:pt x="3784" y="827"/>
                    <a:pt x="3741" y="2219"/>
                  </a:cubicBezTo>
                  <a:cubicBezTo>
                    <a:pt x="3654" y="3089"/>
                    <a:pt x="2914" y="3785"/>
                    <a:pt x="2044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46"/>
            <p:cNvSpPr/>
            <p:nvPr/>
          </p:nvSpPr>
          <p:spPr>
            <a:xfrm>
              <a:off x="6784350" y="342500"/>
              <a:ext cx="78325" cy="77225"/>
            </a:xfrm>
            <a:custGeom>
              <a:rect b="b" l="l" r="r" t="t"/>
              <a:pathLst>
                <a:path extrusionOk="0" h="3089" w="3133">
                  <a:moveTo>
                    <a:pt x="1697" y="3088"/>
                  </a:moveTo>
                  <a:cubicBezTo>
                    <a:pt x="523" y="3045"/>
                    <a:pt x="1" y="1610"/>
                    <a:pt x="871" y="827"/>
                  </a:cubicBezTo>
                  <a:cubicBezTo>
                    <a:pt x="1740" y="0"/>
                    <a:pt x="3132" y="653"/>
                    <a:pt x="3089" y="1827"/>
                  </a:cubicBezTo>
                  <a:cubicBezTo>
                    <a:pt x="3045" y="2523"/>
                    <a:pt x="2436" y="3088"/>
                    <a:pt x="1697" y="304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46"/>
            <p:cNvSpPr/>
            <p:nvPr/>
          </p:nvSpPr>
          <p:spPr>
            <a:xfrm>
              <a:off x="121942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392" y="5089"/>
                  </a:moveTo>
                  <a:cubicBezTo>
                    <a:pt x="4306" y="5002"/>
                    <a:pt x="5176" y="2610"/>
                    <a:pt x="3741" y="1305"/>
                  </a:cubicBezTo>
                  <a:cubicBezTo>
                    <a:pt x="2306" y="0"/>
                    <a:pt x="0" y="1087"/>
                    <a:pt x="131" y="3045"/>
                  </a:cubicBezTo>
                  <a:cubicBezTo>
                    <a:pt x="174" y="4219"/>
                    <a:pt x="1175" y="5132"/>
                    <a:pt x="2392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46"/>
            <p:cNvSpPr/>
            <p:nvPr/>
          </p:nvSpPr>
          <p:spPr>
            <a:xfrm>
              <a:off x="1042200" y="322925"/>
              <a:ext cx="112000" cy="110925"/>
            </a:xfrm>
            <a:custGeom>
              <a:rect b="b" l="l" r="r" t="t"/>
              <a:pathLst>
                <a:path extrusionOk="0" h="4437" w="4480">
                  <a:moveTo>
                    <a:pt x="2044" y="4393"/>
                  </a:moveTo>
                  <a:cubicBezTo>
                    <a:pt x="3697" y="4306"/>
                    <a:pt x="4480" y="2262"/>
                    <a:pt x="3218" y="1131"/>
                  </a:cubicBezTo>
                  <a:cubicBezTo>
                    <a:pt x="2001" y="0"/>
                    <a:pt x="0" y="914"/>
                    <a:pt x="87" y="2610"/>
                  </a:cubicBezTo>
                  <a:cubicBezTo>
                    <a:pt x="130" y="3610"/>
                    <a:pt x="1000" y="4437"/>
                    <a:pt x="2044" y="43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46"/>
            <p:cNvSpPr/>
            <p:nvPr/>
          </p:nvSpPr>
          <p:spPr>
            <a:xfrm>
              <a:off x="878000" y="332700"/>
              <a:ext cx="95700" cy="94625"/>
            </a:xfrm>
            <a:custGeom>
              <a:rect b="b" l="l" r="r" t="t"/>
              <a:pathLst>
                <a:path extrusionOk="0" h="3785" w="3828">
                  <a:moveTo>
                    <a:pt x="1740" y="3741"/>
                  </a:moveTo>
                  <a:cubicBezTo>
                    <a:pt x="3176" y="3698"/>
                    <a:pt x="3828" y="1915"/>
                    <a:pt x="2741" y="958"/>
                  </a:cubicBezTo>
                  <a:cubicBezTo>
                    <a:pt x="1697" y="1"/>
                    <a:pt x="1" y="827"/>
                    <a:pt x="88" y="2219"/>
                  </a:cubicBezTo>
                  <a:cubicBezTo>
                    <a:pt x="131" y="3089"/>
                    <a:pt x="870" y="3785"/>
                    <a:pt x="1740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46"/>
            <p:cNvSpPr/>
            <p:nvPr/>
          </p:nvSpPr>
          <p:spPr>
            <a:xfrm>
              <a:off x="729050" y="342500"/>
              <a:ext cx="77225" cy="78300"/>
            </a:xfrm>
            <a:custGeom>
              <a:rect b="b" l="l" r="r" t="t"/>
              <a:pathLst>
                <a:path extrusionOk="0" h="3132" w="3089">
                  <a:moveTo>
                    <a:pt x="1435" y="3088"/>
                  </a:moveTo>
                  <a:cubicBezTo>
                    <a:pt x="2566" y="3045"/>
                    <a:pt x="3088" y="1610"/>
                    <a:pt x="2262" y="783"/>
                  </a:cubicBezTo>
                  <a:cubicBezTo>
                    <a:pt x="1392" y="0"/>
                    <a:pt x="0" y="653"/>
                    <a:pt x="44" y="1827"/>
                  </a:cubicBezTo>
                  <a:cubicBezTo>
                    <a:pt x="44" y="2523"/>
                    <a:pt x="696" y="3132"/>
                    <a:pt x="1435" y="30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7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Literatura</a:t>
            </a:r>
            <a:endParaRPr/>
          </a:p>
        </p:txBody>
      </p:sp>
      <p:grpSp>
        <p:nvGrpSpPr>
          <p:cNvPr id="577" name="Google Shape;577;p47"/>
          <p:cNvGrpSpPr/>
          <p:nvPr/>
        </p:nvGrpSpPr>
        <p:grpSpPr>
          <a:xfrm>
            <a:off x="2504660" y="1133688"/>
            <a:ext cx="4134677" cy="221374"/>
            <a:chOff x="729050" y="223975"/>
            <a:chExt cx="6133625" cy="328400"/>
          </a:xfrm>
        </p:grpSpPr>
        <p:sp>
          <p:nvSpPr>
            <p:cNvPr id="578" name="Google Shape;578;p47"/>
            <p:cNvSpPr/>
            <p:nvPr/>
          </p:nvSpPr>
          <p:spPr>
            <a:xfrm>
              <a:off x="1275975" y="223975"/>
              <a:ext cx="5038675" cy="328400"/>
            </a:xfrm>
            <a:custGeom>
              <a:rect b="b" l="l" r="r" t="t"/>
              <a:pathLst>
                <a:path extrusionOk="0" h="13136" w="201547">
                  <a:moveTo>
                    <a:pt x="201547" y="5481"/>
                  </a:moveTo>
                  <a:lnTo>
                    <a:pt x="201547" y="7351"/>
                  </a:lnTo>
                  <a:lnTo>
                    <a:pt x="145136" y="7351"/>
                  </a:lnTo>
                  <a:cubicBezTo>
                    <a:pt x="143918" y="7351"/>
                    <a:pt x="142744" y="7829"/>
                    <a:pt x="141961" y="8743"/>
                  </a:cubicBezTo>
                  <a:cubicBezTo>
                    <a:pt x="140526" y="8438"/>
                    <a:pt x="139178" y="6959"/>
                    <a:pt x="137525" y="5785"/>
                  </a:cubicBezTo>
                  <a:cubicBezTo>
                    <a:pt x="135046" y="4089"/>
                    <a:pt x="133045" y="3958"/>
                    <a:pt x="130479" y="5524"/>
                  </a:cubicBezTo>
                  <a:cubicBezTo>
                    <a:pt x="129087" y="6394"/>
                    <a:pt x="127739" y="7351"/>
                    <a:pt x="126434" y="8395"/>
                  </a:cubicBezTo>
                  <a:cubicBezTo>
                    <a:pt x="122520" y="11309"/>
                    <a:pt x="117997" y="13136"/>
                    <a:pt x="115039" y="7916"/>
                  </a:cubicBezTo>
                  <a:cubicBezTo>
                    <a:pt x="113995" y="8482"/>
                    <a:pt x="112908" y="8830"/>
                    <a:pt x="111777" y="9047"/>
                  </a:cubicBezTo>
                  <a:cubicBezTo>
                    <a:pt x="105949" y="10091"/>
                    <a:pt x="103470" y="3741"/>
                    <a:pt x="107428" y="1175"/>
                  </a:cubicBezTo>
                  <a:cubicBezTo>
                    <a:pt x="109211" y="1"/>
                    <a:pt x="111690" y="392"/>
                    <a:pt x="112386" y="3132"/>
                  </a:cubicBezTo>
                  <a:cubicBezTo>
                    <a:pt x="109254" y="1784"/>
                    <a:pt x="106340" y="5872"/>
                    <a:pt x="110037" y="7046"/>
                  </a:cubicBezTo>
                  <a:cubicBezTo>
                    <a:pt x="112256" y="7742"/>
                    <a:pt x="115561" y="6003"/>
                    <a:pt x="117127" y="5046"/>
                  </a:cubicBezTo>
                  <a:cubicBezTo>
                    <a:pt x="120693" y="2828"/>
                    <a:pt x="125651" y="914"/>
                    <a:pt x="128478" y="5176"/>
                  </a:cubicBezTo>
                  <a:cubicBezTo>
                    <a:pt x="130044" y="4002"/>
                    <a:pt x="132045" y="2567"/>
                    <a:pt x="134002" y="2436"/>
                  </a:cubicBezTo>
                  <a:cubicBezTo>
                    <a:pt x="137916" y="2219"/>
                    <a:pt x="139047" y="5481"/>
                    <a:pt x="142744" y="5481"/>
                  </a:cubicBezTo>
                  <a:close/>
                  <a:moveTo>
                    <a:pt x="0" y="7351"/>
                  </a:moveTo>
                  <a:lnTo>
                    <a:pt x="0" y="5481"/>
                  </a:lnTo>
                  <a:lnTo>
                    <a:pt x="58846" y="5481"/>
                  </a:lnTo>
                  <a:cubicBezTo>
                    <a:pt x="62543" y="5481"/>
                    <a:pt x="63674" y="2219"/>
                    <a:pt x="67545" y="2436"/>
                  </a:cubicBezTo>
                  <a:cubicBezTo>
                    <a:pt x="69458" y="2567"/>
                    <a:pt x="71459" y="4002"/>
                    <a:pt x="73068" y="5176"/>
                  </a:cubicBezTo>
                  <a:cubicBezTo>
                    <a:pt x="75895" y="914"/>
                    <a:pt x="80810" y="2828"/>
                    <a:pt x="84420" y="5046"/>
                  </a:cubicBezTo>
                  <a:cubicBezTo>
                    <a:pt x="86029" y="6003"/>
                    <a:pt x="89291" y="7742"/>
                    <a:pt x="91466" y="7046"/>
                  </a:cubicBezTo>
                  <a:cubicBezTo>
                    <a:pt x="95163" y="5872"/>
                    <a:pt x="92292" y="1784"/>
                    <a:pt x="89117" y="3132"/>
                  </a:cubicBezTo>
                  <a:cubicBezTo>
                    <a:pt x="89857" y="392"/>
                    <a:pt x="92336" y="1"/>
                    <a:pt x="94119" y="1175"/>
                  </a:cubicBezTo>
                  <a:cubicBezTo>
                    <a:pt x="98077" y="3741"/>
                    <a:pt x="95554" y="10091"/>
                    <a:pt x="89770" y="9047"/>
                  </a:cubicBezTo>
                  <a:cubicBezTo>
                    <a:pt x="88639" y="8830"/>
                    <a:pt x="87551" y="8438"/>
                    <a:pt x="86508" y="7916"/>
                  </a:cubicBezTo>
                  <a:cubicBezTo>
                    <a:pt x="83550" y="13136"/>
                    <a:pt x="79027" y="11309"/>
                    <a:pt x="75112" y="8351"/>
                  </a:cubicBezTo>
                  <a:cubicBezTo>
                    <a:pt x="73808" y="7351"/>
                    <a:pt x="72459" y="6394"/>
                    <a:pt x="71068" y="5524"/>
                  </a:cubicBezTo>
                  <a:cubicBezTo>
                    <a:pt x="68502" y="3958"/>
                    <a:pt x="66501" y="4089"/>
                    <a:pt x="63978" y="5785"/>
                  </a:cubicBezTo>
                  <a:cubicBezTo>
                    <a:pt x="62369" y="6916"/>
                    <a:pt x="60977" y="8438"/>
                    <a:pt x="59585" y="8743"/>
                  </a:cubicBezTo>
                  <a:cubicBezTo>
                    <a:pt x="58759" y="7829"/>
                    <a:pt x="57585" y="7307"/>
                    <a:pt x="56367" y="7351"/>
                  </a:cubicBezTo>
                  <a:close/>
                  <a:moveTo>
                    <a:pt x="116170" y="7351"/>
                  </a:moveTo>
                  <a:cubicBezTo>
                    <a:pt x="118997" y="11961"/>
                    <a:pt x="123477" y="9004"/>
                    <a:pt x="126739" y="6525"/>
                  </a:cubicBezTo>
                  <a:lnTo>
                    <a:pt x="126869" y="6438"/>
                  </a:lnTo>
                  <a:cubicBezTo>
                    <a:pt x="124216" y="3132"/>
                    <a:pt x="119780" y="5133"/>
                    <a:pt x="116822" y="6959"/>
                  </a:cubicBezTo>
                  <a:cubicBezTo>
                    <a:pt x="116605" y="7133"/>
                    <a:pt x="116387" y="7264"/>
                    <a:pt x="116170" y="7394"/>
                  </a:cubicBezTo>
                  <a:moveTo>
                    <a:pt x="85420" y="7394"/>
                  </a:moveTo>
                  <a:cubicBezTo>
                    <a:pt x="85203" y="7264"/>
                    <a:pt x="84985" y="7133"/>
                    <a:pt x="84724" y="6959"/>
                  </a:cubicBezTo>
                  <a:cubicBezTo>
                    <a:pt x="81767" y="5133"/>
                    <a:pt x="77374" y="3176"/>
                    <a:pt x="74721" y="6438"/>
                  </a:cubicBezTo>
                  <a:lnTo>
                    <a:pt x="74852" y="6525"/>
                  </a:lnTo>
                  <a:cubicBezTo>
                    <a:pt x="78113" y="9004"/>
                    <a:pt x="82593" y="11961"/>
                    <a:pt x="85420" y="735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47"/>
            <p:cNvSpPr/>
            <p:nvPr/>
          </p:nvSpPr>
          <p:spPr>
            <a:xfrm>
              <a:off x="624177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828" y="5089"/>
                  </a:moveTo>
                  <a:cubicBezTo>
                    <a:pt x="871" y="5002"/>
                    <a:pt x="1" y="2610"/>
                    <a:pt x="1436" y="1305"/>
                  </a:cubicBezTo>
                  <a:cubicBezTo>
                    <a:pt x="2871" y="0"/>
                    <a:pt x="5176" y="1087"/>
                    <a:pt x="5089" y="3045"/>
                  </a:cubicBezTo>
                  <a:cubicBezTo>
                    <a:pt x="5002" y="4219"/>
                    <a:pt x="4002" y="5132"/>
                    <a:pt x="2828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47"/>
            <p:cNvSpPr/>
            <p:nvPr/>
          </p:nvSpPr>
          <p:spPr>
            <a:xfrm>
              <a:off x="6437500" y="322925"/>
              <a:ext cx="112025" cy="110925"/>
            </a:xfrm>
            <a:custGeom>
              <a:rect b="b" l="l" r="r" t="t"/>
              <a:pathLst>
                <a:path extrusionOk="0" h="4437" w="4481">
                  <a:moveTo>
                    <a:pt x="2436" y="4393"/>
                  </a:moveTo>
                  <a:cubicBezTo>
                    <a:pt x="740" y="4306"/>
                    <a:pt x="0" y="2262"/>
                    <a:pt x="1262" y="1131"/>
                  </a:cubicBezTo>
                  <a:cubicBezTo>
                    <a:pt x="2479" y="0"/>
                    <a:pt x="4480" y="914"/>
                    <a:pt x="4393" y="2610"/>
                  </a:cubicBezTo>
                  <a:cubicBezTo>
                    <a:pt x="4350" y="3654"/>
                    <a:pt x="3480" y="4437"/>
                    <a:pt x="2436" y="43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47"/>
            <p:cNvSpPr/>
            <p:nvPr/>
          </p:nvSpPr>
          <p:spPr>
            <a:xfrm>
              <a:off x="6618000" y="332700"/>
              <a:ext cx="94625" cy="94625"/>
            </a:xfrm>
            <a:custGeom>
              <a:rect b="b" l="l" r="r" t="t"/>
              <a:pathLst>
                <a:path extrusionOk="0" h="3785" w="3785">
                  <a:moveTo>
                    <a:pt x="2044" y="3741"/>
                  </a:moveTo>
                  <a:cubicBezTo>
                    <a:pt x="653" y="3698"/>
                    <a:pt x="0" y="1915"/>
                    <a:pt x="1044" y="958"/>
                  </a:cubicBezTo>
                  <a:cubicBezTo>
                    <a:pt x="2088" y="1"/>
                    <a:pt x="3784" y="827"/>
                    <a:pt x="3741" y="2219"/>
                  </a:cubicBezTo>
                  <a:cubicBezTo>
                    <a:pt x="3654" y="3089"/>
                    <a:pt x="2914" y="3785"/>
                    <a:pt x="2044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47"/>
            <p:cNvSpPr/>
            <p:nvPr/>
          </p:nvSpPr>
          <p:spPr>
            <a:xfrm>
              <a:off x="6784350" y="342500"/>
              <a:ext cx="78325" cy="77225"/>
            </a:xfrm>
            <a:custGeom>
              <a:rect b="b" l="l" r="r" t="t"/>
              <a:pathLst>
                <a:path extrusionOk="0" h="3089" w="3133">
                  <a:moveTo>
                    <a:pt x="1697" y="3088"/>
                  </a:moveTo>
                  <a:cubicBezTo>
                    <a:pt x="523" y="3045"/>
                    <a:pt x="1" y="1610"/>
                    <a:pt x="871" y="827"/>
                  </a:cubicBezTo>
                  <a:cubicBezTo>
                    <a:pt x="1740" y="0"/>
                    <a:pt x="3132" y="653"/>
                    <a:pt x="3089" y="1827"/>
                  </a:cubicBezTo>
                  <a:cubicBezTo>
                    <a:pt x="3045" y="2523"/>
                    <a:pt x="2436" y="3088"/>
                    <a:pt x="1697" y="304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47"/>
            <p:cNvSpPr/>
            <p:nvPr/>
          </p:nvSpPr>
          <p:spPr>
            <a:xfrm>
              <a:off x="121942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392" y="5089"/>
                  </a:moveTo>
                  <a:cubicBezTo>
                    <a:pt x="4306" y="5002"/>
                    <a:pt x="5176" y="2610"/>
                    <a:pt x="3741" y="1305"/>
                  </a:cubicBezTo>
                  <a:cubicBezTo>
                    <a:pt x="2306" y="0"/>
                    <a:pt x="0" y="1087"/>
                    <a:pt x="131" y="3045"/>
                  </a:cubicBezTo>
                  <a:cubicBezTo>
                    <a:pt x="174" y="4219"/>
                    <a:pt x="1175" y="5132"/>
                    <a:pt x="2392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47"/>
            <p:cNvSpPr/>
            <p:nvPr/>
          </p:nvSpPr>
          <p:spPr>
            <a:xfrm>
              <a:off x="1042200" y="322925"/>
              <a:ext cx="112000" cy="110925"/>
            </a:xfrm>
            <a:custGeom>
              <a:rect b="b" l="l" r="r" t="t"/>
              <a:pathLst>
                <a:path extrusionOk="0" h="4437" w="4480">
                  <a:moveTo>
                    <a:pt x="2044" y="4393"/>
                  </a:moveTo>
                  <a:cubicBezTo>
                    <a:pt x="3697" y="4306"/>
                    <a:pt x="4480" y="2262"/>
                    <a:pt x="3218" y="1131"/>
                  </a:cubicBezTo>
                  <a:cubicBezTo>
                    <a:pt x="2001" y="0"/>
                    <a:pt x="0" y="914"/>
                    <a:pt x="87" y="2610"/>
                  </a:cubicBezTo>
                  <a:cubicBezTo>
                    <a:pt x="130" y="3610"/>
                    <a:pt x="1000" y="4437"/>
                    <a:pt x="2044" y="43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47"/>
            <p:cNvSpPr/>
            <p:nvPr/>
          </p:nvSpPr>
          <p:spPr>
            <a:xfrm>
              <a:off x="878000" y="332700"/>
              <a:ext cx="95700" cy="94625"/>
            </a:xfrm>
            <a:custGeom>
              <a:rect b="b" l="l" r="r" t="t"/>
              <a:pathLst>
                <a:path extrusionOk="0" h="3785" w="3828">
                  <a:moveTo>
                    <a:pt x="1740" y="3741"/>
                  </a:moveTo>
                  <a:cubicBezTo>
                    <a:pt x="3176" y="3698"/>
                    <a:pt x="3828" y="1915"/>
                    <a:pt x="2741" y="958"/>
                  </a:cubicBezTo>
                  <a:cubicBezTo>
                    <a:pt x="1697" y="1"/>
                    <a:pt x="1" y="827"/>
                    <a:pt x="88" y="2219"/>
                  </a:cubicBezTo>
                  <a:cubicBezTo>
                    <a:pt x="131" y="3089"/>
                    <a:pt x="870" y="3785"/>
                    <a:pt x="1740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47"/>
            <p:cNvSpPr/>
            <p:nvPr/>
          </p:nvSpPr>
          <p:spPr>
            <a:xfrm>
              <a:off x="729050" y="342500"/>
              <a:ext cx="77225" cy="78300"/>
            </a:xfrm>
            <a:custGeom>
              <a:rect b="b" l="l" r="r" t="t"/>
              <a:pathLst>
                <a:path extrusionOk="0" h="3132" w="3089">
                  <a:moveTo>
                    <a:pt x="1435" y="3088"/>
                  </a:moveTo>
                  <a:cubicBezTo>
                    <a:pt x="2566" y="3045"/>
                    <a:pt x="3088" y="1610"/>
                    <a:pt x="2262" y="783"/>
                  </a:cubicBezTo>
                  <a:cubicBezTo>
                    <a:pt x="1392" y="0"/>
                    <a:pt x="0" y="653"/>
                    <a:pt x="44" y="1827"/>
                  </a:cubicBezTo>
                  <a:cubicBezTo>
                    <a:pt x="44" y="2523"/>
                    <a:pt x="696" y="3132"/>
                    <a:pt x="1435" y="30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7" name="Google Shape;587;p47"/>
          <p:cNvSpPr/>
          <p:nvPr/>
        </p:nvSpPr>
        <p:spPr>
          <a:xfrm>
            <a:off x="933426" y="1791800"/>
            <a:ext cx="2033100" cy="2509800"/>
          </a:xfrm>
          <a:prstGeom prst="plaque">
            <a:avLst>
              <a:gd fmla="val 8509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8" name="Google Shape;588;p47"/>
          <p:cNvPicPr preferRelativeResize="0"/>
          <p:nvPr/>
        </p:nvPicPr>
        <p:blipFill rotWithShape="1">
          <a:blip r:embed="rId3">
            <a:alphaModFix/>
          </a:blip>
          <a:srcRect b="2248" l="0" r="0" t="8178"/>
          <a:stretch/>
        </p:blipFill>
        <p:spPr>
          <a:xfrm>
            <a:off x="1033910" y="1897098"/>
            <a:ext cx="1832061" cy="229905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89" name="Google Shape;589;p47"/>
          <p:cNvSpPr/>
          <p:nvPr/>
        </p:nvSpPr>
        <p:spPr>
          <a:xfrm>
            <a:off x="3505176" y="1791800"/>
            <a:ext cx="2033100" cy="2509800"/>
          </a:xfrm>
          <a:prstGeom prst="plaque">
            <a:avLst>
              <a:gd fmla="val 8509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0" name="Google Shape;590;p47"/>
          <p:cNvPicPr preferRelativeResize="0"/>
          <p:nvPr/>
        </p:nvPicPr>
        <p:blipFill rotWithShape="1">
          <a:blip r:embed="rId4">
            <a:alphaModFix/>
          </a:blip>
          <a:srcRect b="198" l="0" r="0" t="9874"/>
          <a:stretch/>
        </p:blipFill>
        <p:spPr>
          <a:xfrm>
            <a:off x="3605660" y="1897111"/>
            <a:ext cx="1832059" cy="2299054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91" name="Google Shape;591;p47"/>
          <p:cNvSpPr/>
          <p:nvPr/>
        </p:nvSpPr>
        <p:spPr>
          <a:xfrm>
            <a:off x="6177476" y="1791800"/>
            <a:ext cx="2033100" cy="2509800"/>
          </a:xfrm>
          <a:prstGeom prst="plaque">
            <a:avLst>
              <a:gd fmla="val 8509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2" name="Google Shape;592;p47"/>
          <p:cNvPicPr preferRelativeResize="0"/>
          <p:nvPr/>
        </p:nvPicPr>
        <p:blipFill rotWithShape="1">
          <a:blip r:embed="rId5">
            <a:alphaModFix/>
          </a:blip>
          <a:srcRect b="8011" l="0" r="0" t="8011"/>
          <a:stretch/>
        </p:blipFill>
        <p:spPr>
          <a:xfrm>
            <a:off x="6277960" y="1897111"/>
            <a:ext cx="1832061" cy="22990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93" name="Google Shape;593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4600" y="1897100"/>
            <a:ext cx="1832076" cy="229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05650" y="1897175"/>
            <a:ext cx="1851525" cy="232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4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77950" y="1897175"/>
            <a:ext cx="1851525" cy="229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8"/>
          <p:cNvSpPr/>
          <p:nvPr/>
        </p:nvSpPr>
        <p:spPr>
          <a:xfrm>
            <a:off x="1187451" y="324600"/>
            <a:ext cx="6769500" cy="4494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48"/>
          <p:cNvSpPr/>
          <p:nvPr/>
        </p:nvSpPr>
        <p:spPr>
          <a:xfrm>
            <a:off x="1058650" y="229350"/>
            <a:ext cx="7026900" cy="4684800"/>
          </a:xfrm>
          <a:prstGeom prst="plaque">
            <a:avLst>
              <a:gd fmla="val 8509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48"/>
          <p:cNvSpPr txBox="1"/>
          <p:nvPr>
            <p:ph type="ctrTitle"/>
          </p:nvPr>
        </p:nvSpPr>
        <p:spPr>
          <a:xfrm>
            <a:off x="1812075" y="532600"/>
            <a:ext cx="5551200" cy="95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Muchas Gracias!</a:t>
            </a:r>
            <a:endParaRPr/>
          </a:p>
        </p:txBody>
      </p:sp>
      <p:sp>
        <p:nvSpPr>
          <p:cNvPr id="603" name="Google Shape;603;p48"/>
          <p:cNvSpPr txBox="1"/>
          <p:nvPr/>
        </p:nvSpPr>
        <p:spPr>
          <a:xfrm>
            <a:off x="2563638" y="4372325"/>
            <a:ext cx="40170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Please keep this slide for attribution.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604" name="Google Shape;604;p48"/>
          <p:cNvGrpSpPr/>
          <p:nvPr/>
        </p:nvGrpSpPr>
        <p:grpSpPr>
          <a:xfrm>
            <a:off x="2504672" y="1458368"/>
            <a:ext cx="4134677" cy="221374"/>
            <a:chOff x="729050" y="223975"/>
            <a:chExt cx="6133625" cy="328400"/>
          </a:xfrm>
        </p:grpSpPr>
        <p:sp>
          <p:nvSpPr>
            <p:cNvPr id="605" name="Google Shape;605;p48"/>
            <p:cNvSpPr/>
            <p:nvPr/>
          </p:nvSpPr>
          <p:spPr>
            <a:xfrm>
              <a:off x="1275975" y="223975"/>
              <a:ext cx="5038675" cy="328400"/>
            </a:xfrm>
            <a:custGeom>
              <a:rect b="b" l="l" r="r" t="t"/>
              <a:pathLst>
                <a:path extrusionOk="0" h="13136" w="201547">
                  <a:moveTo>
                    <a:pt x="201547" y="5481"/>
                  </a:moveTo>
                  <a:lnTo>
                    <a:pt x="201547" y="7351"/>
                  </a:lnTo>
                  <a:lnTo>
                    <a:pt x="145136" y="7351"/>
                  </a:lnTo>
                  <a:cubicBezTo>
                    <a:pt x="143918" y="7351"/>
                    <a:pt x="142744" y="7829"/>
                    <a:pt x="141961" y="8743"/>
                  </a:cubicBezTo>
                  <a:cubicBezTo>
                    <a:pt x="140526" y="8438"/>
                    <a:pt x="139178" y="6959"/>
                    <a:pt x="137525" y="5785"/>
                  </a:cubicBezTo>
                  <a:cubicBezTo>
                    <a:pt x="135046" y="4089"/>
                    <a:pt x="133045" y="3958"/>
                    <a:pt x="130479" y="5524"/>
                  </a:cubicBezTo>
                  <a:cubicBezTo>
                    <a:pt x="129087" y="6394"/>
                    <a:pt x="127739" y="7351"/>
                    <a:pt x="126434" y="8395"/>
                  </a:cubicBezTo>
                  <a:cubicBezTo>
                    <a:pt x="122520" y="11309"/>
                    <a:pt x="117997" y="13136"/>
                    <a:pt x="115039" y="7916"/>
                  </a:cubicBezTo>
                  <a:cubicBezTo>
                    <a:pt x="113995" y="8482"/>
                    <a:pt x="112908" y="8830"/>
                    <a:pt x="111777" y="9047"/>
                  </a:cubicBezTo>
                  <a:cubicBezTo>
                    <a:pt x="105949" y="10091"/>
                    <a:pt x="103470" y="3741"/>
                    <a:pt x="107428" y="1175"/>
                  </a:cubicBezTo>
                  <a:cubicBezTo>
                    <a:pt x="109211" y="1"/>
                    <a:pt x="111690" y="392"/>
                    <a:pt x="112386" y="3132"/>
                  </a:cubicBezTo>
                  <a:cubicBezTo>
                    <a:pt x="109254" y="1784"/>
                    <a:pt x="106340" y="5872"/>
                    <a:pt x="110037" y="7046"/>
                  </a:cubicBezTo>
                  <a:cubicBezTo>
                    <a:pt x="112256" y="7742"/>
                    <a:pt x="115561" y="6003"/>
                    <a:pt x="117127" y="5046"/>
                  </a:cubicBezTo>
                  <a:cubicBezTo>
                    <a:pt x="120693" y="2828"/>
                    <a:pt x="125651" y="914"/>
                    <a:pt x="128478" y="5176"/>
                  </a:cubicBezTo>
                  <a:cubicBezTo>
                    <a:pt x="130044" y="4002"/>
                    <a:pt x="132045" y="2567"/>
                    <a:pt x="134002" y="2436"/>
                  </a:cubicBezTo>
                  <a:cubicBezTo>
                    <a:pt x="137916" y="2219"/>
                    <a:pt x="139047" y="5481"/>
                    <a:pt x="142744" y="5481"/>
                  </a:cubicBezTo>
                  <a:close/>
                  <a:moveTo>
                    <a:pt x="0" y="7351"/>
                  </a:moveTo>
                  <a:lnTo>
                    <a:pt x="0" y="5481"/>
                  </a:lnTo>
                  <a:lnTo>
                    <a:pt x="58846" y="5481"/>
                  </a:lnTo>
                  <a:cubicBezTo>
                    <a:pt x="62543" y="5481"/>
                    <a:pt x="63674" y="2219"/>
                    <a:pt x="67545" y="2436"/>
                  </a:cubicBezTo>
                  <a:cubicBezTo>
                    <a:pt x="69458" y="2567"/>
                    <a:pt x="71459" y="4002"/>
                    <a:pt x="73068" y="5176"/>
                  </a:cubicBezTo>
                  <a:cubicBezTo>
                    <a:pt x="75895" y="914"/>
                    <a:pt x="80810" y="2828"/>
                    <a:pt x="84420" y="5046"/>
                  </a:cubicBezTo>
                  <a:cubicBezTo>
                    <a:pt x="86029" y="6003"/>
                    <a:pt x="89291" y="7742"/>
                    <a:pt x="91466" y="7046"/>
                  </a:cubicBezTo>
                  <a:cubicBezTo>
                    <a:pt x="95163" y="5872"/>
                    <a:pt x="92292" y="1784"/>
                    <a:pt x="89117" y="3132"/>
                  </a:cubicBezTo>
                  <a:cubicBezTo>
                    <a:pt x="89857" y="392"/>
                    <a:pt x="92336" y="1"/>
                    <a:pt x="94119" y="1175"/>
                  </a:cubicBezTo>
                  <a:cubicBezTo>
                    <a:pt x="98077" y="3741"/>
                    <a:pt x="95554" y="10091"/>
                    <a:pt x="89770" y="9047"/>
                  </a:cubicBezTo>
                  <a:cubicBezTo>
                    <a:pt x="88639" y="8830"/>
                    <a:pt x="87551" y="8438"/>
                    <a:pt x="86508" y="7916"/>
                  </a:cubicBezTo>
                  <a:cubicBezTo>
                    <a:pt x="83550" y="13136"/>
                    <a:pt x="79027" y="11309"/>
                    <a:pt x="75112" y="8351"/>
                  </a:cubicBezTo>
                  <a:cubicBezTo>
                    <a:pt x="73808" y="7351"/>
                    <a:pt x="72459" y="6394"/>
                    <a:pt x="71068" y="5524"/>
                  </a:cubicBezTo>
                  <a:cubicBezTo>
                    <a:pt x="68502" y="3958"/>
                    <a:pt x="66501" y="4089"/>
                    <a:pt x="63978" y="5785"/>
                  </a:cubicBezTo>
                  <a:cubicBezTo>
                    <a:pt x="62369" y="6916"/>
                    <a:pt x="60977" y="8438"/>
                    <a:pt x="59585" y="8743"/>
                  </a:cubicBezTo>
                  <a:cubicBezTo>
                    <a:pt x="58759" y="7829"/>
                    <a:pt x="57585" y="7307"/>
                    <a:pt x="56367" y="7351"/>
                  </a:cubicBezTo>
                  <a:close/>
                  <a:moveTo>
                    <a:pt x="116170" y="7351"/>
                  </a:moveTo>
                  <a:cubicBezTo>
                    <a:pt x="118997" y="11961"/>
                    <a:pt x="123477" y="9004"/>
                    <a:pt x="126739" y="6525"/>
                  </a:cubicBezTo>
                  <a:lnTo>
                    <a:pt x="126869" y="6438"/>
                  </a:lnTo>
                  <a:cubicBezTo>
                    <a:pt x="124216" y="3132"/>
                    <a:pt x="119780" y="5133"/>
                    <a:pt x="116822" y="6959"/>
                  </a:cubicBezTo>
                  <a:cubicBezTo>
                    <a:pt x="116605" y="7133"/>
                    <a:pt x="116387" y="7264"/>
                    <a:pt x="116170" y="7394"/>
                  </a:cubicBezTo>
                  <a:moveTo>
                    <a:pt x="85420" y="7394"/>
                  </a:moveTo>
                  <a:cubicBezTo>
                    <a:pt x="85203" y="7264"/>
                    <a:pt x="84985" y="7133"/>
                    <a:pt x="84724" y="6959"/>
                  </a:cubicBezTo>
                  <a:cubicBezTo>
                    <a:pt x="81767" y="5133"/>
                    <a:pt x="77374" y="3176"/>
                    <a:pt x="74721" y="6438"/>
                  </a:cubicBezTo>
                  <a:lnTo>
                    <a:pt x="74852" y="6525"/>
                  </a:lnTo>
                  <a:cubicBezTo>
                    <a:pt x="78113" y="9004"/>
                    <a:pt x="82593" y="11961"/>
                    <a:pt x="85420" y="735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48"/>
            <p:cNvSpPr/>
            <p:nvPr/>
          </p:nvSpPr>
          <p:spPr>
            <a:xfrm>
              <a:off x="624177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828" y="5089"/>
                  </a:moveTo>
                  <a:cubicBezTo>
                    <a:pt x="871" y="5002"/>
                    <a:pt x="1" y="2610"/>
                    <a:pt x="1436" y="1305"/>
                  </a:cubicBezTo>
                  <a:cubicBezTo>
                    <a:pt x="2871" y="0"/>
                    <a:pt x="5176" y="1087"/>
                    <a:pt x="5089" y="3045"/>
                  </a:cubicBezTo>
                  <a:cubicBezTo>
                    <a:pt x="5002" y="4219"/>
                    <a:pt x="4002" y="5132"/>
                    <a:pt x="2828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48"/>
            <p:cNvSpPr/>
            <p:nvPr/>
          </p:nvSpPr>
          <p:spPr>
            <a:xfrm>
              <a:off x="6437500" y="322925"/>
              <a:ext cx="112025" cy="110925"/>
            </a:xfrm>
            <a:custGeom>
              <a:rect b="b" l="l" r="r" t="t"/>
              <a:pathLst>
                <a:path extrusionOk="0" h="4437" w="4481">
                  <a:moveTo>
                    <a:pt x="2436" y="4393"/>
                  </a:moveTo>
                  <a:cubicBezTo>
                    <a:pt x="740" y="4306"/>
                    <a:pt x="0" y="2262"/>
                    <a:pt x="1262" y="1131"/>
                  </a:cubicBezTo>
                  <a:cubicBezTo>
                    <a:pt x="2479" y="0"/>
                    <a:pt x="4480" y="914"/>
                    <a:pt x="4393" y="2610"/>
                  </a:cubicBezTo>
                  <a:cubicBezTo>
                    <a:pt x="4350" y="3654"/>
                    <a:pt x="3480" y="4437"/>
                    <a:pt x="2436" y="43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48"/>
            <p:cNvSpPr/>
            <p:nvPr/>
          </p:nvSpPr>
          <p:spPr>
            <a:xfrm>
              <a:off x="6618000" y="332700"/>
              <a:ext cx="94625" cy="94625"/>
            </a:xfrm>
            <a:custGeom>
              <a:rect b="b" l="l" r="r" t="t"/>
              <a:pathLst>
                <a:path extrusionOk="0" h="3785" w="3785">
                  <a:moveTo>
                    <a:pt x="2044" y="3741"/>
                  </a:moveTo>
                  <a:cubicBezTo>
                    <a:pt x="653" y="3698"/>
                    <a:pt x="0" y="1915"/>
                    <a:pt x="1044" y="958"/>
                  </a:cubicBezTo>
                  <a:cubicBezTo>
                    <a:pt x="2088" y="1"/>
                    <a:pt x="3784" y="827"/>
                    <a:pt x="3741" y="2219"/>
                  </a:cubicBezTo>
                  <a:cubicBezTo>
                    <a:pt x="3654" y="3089"/>
                    <a:pt x="2914" y="3785"/>
                    <a:pt x="2044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48"/>
            <p:cNvSpPr/>
            <p:nvPr/>
          </p:nvSpPr>
          <p:spPr>
            <a:xfrm>
              <a:off x="6784350" y="342500"/>
              <a:ext cx="78325" cy="77225"/>
            </a:xfrm>
            <a:custGeom>
              <a:rect b="b" l="l" r="r" t="t"/>
              <a:pathLst>
                <a:path extrusionOk="0" h="3089" w="3133">
                  <a:moveTo>
                    <a:pt x="1697" y="3088"/>
                  </a:moveTo>
                  <a:cubicBezTo>
                    <a:pt x="523" y="3045"/>
                    <a:pt x="1" y="1610"/>
                    <a:pt x="871" y="827"/>
                  </a:cubicBezTo>
                  <a:cubicBezTo>
                    <a:pt x="1740" y="0"/>
                    <a:pt x="3132" y="653"/>
                    <a:pt x="3089" y="1827"/>
                  </a:cubicBezTo>
                  <a:cubicBezTo>
                    <a:pt x="3045" y="2523"/>
                    <a:pt x="2436" y="3088"/>
                    <a:pt x="1697" y="304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48"/>
            <p:cNvSpPr/>
            <p:nvPr/>
          </p:nvSpPr>
          <p:spPr>
            <a:xfrm>
              <a:off x="121942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392" y="5089"/>
                  </a:moveTo>
                  <a:cubicBezTo>
                    <a:pt x="4306" y="5002"/>
                    <a:pt x="5176" y="2610"/>
                    <a:pt x="3741" y="1305"/>
                  </a:cubicBezTo>
                  <a:cubicBezTo>
                    <a:pt x="2306" y="0"/>
                    <a:pt x="0" y="1087"/>
                    <a:pt x="131" y="3045"/>
                  </a:cubicBezTo>
                  <a:cubicBezTo>
                    <a:pt x="174" y="4219"/>
                    <a:pt x="1175" y="5132"/>
                    <a:pt x="2392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48"/>
            <p:cNvSpPr/>
            <p:nvPr/>
          </p:nvSpPr>
          <p:spPr>
            <a:xfrm>
              <a:off x="1042200" y="322925"/>
              <a:ext cx="112000" cy="110925"/>
            </a:xfrm>
            <a:custGeom>
              <a:rect b="b" l="l" r="r" t="t"/>
              <a:pathLst>
                <a:path extrusionOk="0" h="4437" w="4480">
                  <a:moveTo>
                    <a:pt x="2044" y="4393"/>
                  </a:moveTo>
                  <a:cubicBezTo>
                    <a:pt x="3697" y="4306"/>
                    <a:pt x="4480" y="2262"/>
                    <a:pt x="3218" y="1131"/>
                  </a:cubicBezTo>
                  <a:cubicBezTo>
                    <a:pt x="2001" y="0"/>
                    <a:pt x="0" y="914"/>
                    <a:pt x="87" y="2610"/>
                  </a:cubicBezTo>
                  <a:cubicBezTo>
                    <a:pt x="130" y="3610"/>
                    <a:pt x="1000" y="4437"/>
                    <a:pt x="2044" y="43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48"/>
            <p:cNvSpPr/>
            <p:nvPr/>
          </p:nvSpPr>
          <p:spPr>
            <a:xfrm>
              <a:off x="878000" y="332700"/>
              <a:ext cx="95700" cy="94625"/>
            </a:xfrm>
            <a:custGeom>
              <a:rect b="b" l="l" r="r" t="t"/>
              <a:pathLst>
                <a:path extrusionOk="0" h="3785" w="3828">
                  <a:moveTo>
                    <a:pt x="1740" y="3741"/>
                  </a:moveTo>
                  <a:cubicBezTo>
                    <a:pt x="3176" y="3698"/>
                    <a:pt x="3828" y="1915"/>
                    <a:pt x="2741" y="958"/>
                  </a:cubicBezTo>
                  <a:cubicBezTo>
                    <a:pt x="1697" y="1"/>
                    <a:pt x="1" y="827"/>
                    <a:pt x="88" y="2219"/>
                  </a:cubicBezTo>
                  <a:cubicBezTo>
                    <a:pt x="131" y="3089"/>
                    <a:pt x="870" y="3785"/>
                    <a:pt x="1740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48"/>
            <p:cNvSpPr/>
            <p:nvPr/>
          </p:nvSpPr>
          <p:spPr>
            <a:xfrm>
              <a:off x="729050" y="342500"/>
              <a:ext cx="77225" cy="78300"/>
            </a:xfrm>
            <a:custGeom>
              <a:rect b="b" l="l" r="r" t="t"/>
              <a:pathLst>
                <a:path extrusionOk="0" h="3132" w="3089">
                  <a:moveTo>
                    <a:pt x="1435" y="3088"/>
                  </a:moveTo>
                  <a:cubicBezTo>
                    <a:pt x="2566" y="3045"/>
                    <a:pt x="3088" y="1610"/>
                    <a:pt x="2262" y="783"/>
                  </a:cubicBezTo>
                  <a:cubicBezTo>
                    <a:pt x="1392" y="0"/>
                    <a:pt x="0" y="653"/>
                    <a:pt x="44" y="1827"/>
                  </a:cubicBezTo>
                  <a:cubicBezTo>
                    <a:pt x="44" y="2523"/>
                    <a:pt x="696" y="3132"/>
                    <a:pt x="1435" y="30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14" name="Google Shape;61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9350" y="1816800"/>
            <a:ext cx="5195775" cy="2808726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49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Fuentes</a:t>
            </a:r>
            <a:endParaRPr/>
          </a:p>
        </p:txBody>
      </p:sp>
      <p:sp>
        <p:nvSpPr>
          <p:cNvPr id="620" name="Google Shape;620;p49"/>
          <p:cNvSpPr txBox="1"/>
          <p:nvPr>
            <p:ph idx="1" type="body"/>
          </p:nvPr>
        </p:nvSpPr>
        <p:spPr>
          <a:xfrm>
            <a:off x="713250" y="1592400"/>
            <a:ext cx="7366200" cy="301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marR="508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2400">
                <a:solidFill>
                  <a:schemeClr val="lt2"/>
                </a:solidFill>
                <a:latin typeface="Lobster"/>
                <a:ea typeface="Lobster"/>
                <a:cs typeface="Lobster"/>
                <a:sym typeface="Lobster"/>
              </a:rPr>
              <a:t>https://www.essemundoenosso.com.br/pratos-tipicos-do-equador/</a:t>
            </a:r>
            <a:endParaRPr sz="2400">
              <a:solidFill>
                <a:schemeClr val="lt2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indent="-304800" lvl="0" marL="457200" marR="508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2400">
                <a:solidFill>
                  <a:schemeClr val="lt2"/>
                </a:solidFill>
                <a:latin typeface="Lobster"/>
                <a:ea typeface="Lobster"/>
                <a:cs typeface="Lobster"/>
                <a:sym typeface="Lobster"/>
              </a:rPr>
              <a:t>https://pt.wikipedia.org/wiki/Equador</a:t>
            </a:r>
            <a:endParaRPr sz="2400">
              <a:solidFill>
                <a:schemeClr val="lt2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indent="-304800" lvl="0" marL="457200" marR="508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2400">
                <a:solidFill>
                  <a:schemeClr val="lt2"/>
                </a:solidFill>
                <a:latin typeface="Lobster"/>
                <a:ea typeface="Lobster"/>
                <a:cs typeface="Lobster"/>
                <a:sym typeface="Lobster"/>
              </a:rPr>
              <a:t>https://www.britannica.com/topic/history-of-Ecuador</a:t>
            </a:r>
            <a:endParaRPr sz="2400">
              <a:solidFill>
                <a:schemeClr val="lt2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indent="-304800" lvl="0" marL="457200" marR="508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2400">
                <a:solidFill>
                  <a:schemeClr val="lt2"/>
                </a:solidFill>
                <a:latin typeface="Lobster"/>
                <a:ea typeface="Lobster"/>
                <a:cs typeface="Lobster"/>
                <a:sym typeface="Lobster"/>
              </a:rPr>
              <a:t>https://www-adventure--life-com.translate.goog/ecuador/articles/history-and-culture-of-ecuador?_x_tr_sl=en&amp;_x_tr_tl=pt&amp;_x_tr_hl=pt&amp;_x_tr_pto=tc</a:t>
            </a:r>
            <a:endParaRPr sz="2400">
              <a:solidFill>
                <a:schemeClr val="lt2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621" name="Google Shape;621;p49"/>
          <p:cNvGrpSpPr/>
          <p:nvPr/>
        </p:nvGrpSpPr>
        <p:grpSpPr>
          <a:xfrm>
            <a:off x="2504660" y="1133688"/>
            <a:ext cx="4134677" cy="221374"/>
            <a:chOff x="729050" y="223975"/>
            <a:chExt cx="6133625" cy="328400"/>
          </a:xfrm>
        </p:grpSpPr>
        <p:sp>
          <p:nvSpPr>
            <p:cNvPr id="622" name="Google Shape;622;p49"/>
            <p:cNvSpPr/>
            <p:nvPr/>
          </p:nvSpPr>
          <p:spPr>
            <a:xfrm>
              <a:off x="1275975" y="223975"/>
              <a:ext cx="5038675" cy="328400"/>
            </a:xfrm>
            <a:custGeom>
              <a:rect b="b" l="l" r="r" t="t"/>
              <a:pathLst>
                <a:path extrusionOk="0" h="13136" w="201547">
                  <a:moveTo>
                    <a:pt x="201547" y="5481"/>
                  </a:moveTo>
                  <a:lnTo>
                    <a:pt x="201547" y="7351"/>
                  </a:lnTo>
                  <a:lnTo>
                    <a:pt x="145136" y="7351"/>
                  </a:lnTo>
                  <a:cubicBezTo>
                    <a:pt x="143918" y="7351"/>
                    <a:pt x="142744" y="7829"/>
                    <a:pt x="141961" y="8743"/>
                  </a:cubicBezTo>
                  <a:cubicBezTo>
                    <a:pt x="140526" y="8438"/>
                    <a:pt x="139178" y="6959"/>
                    <a:pt x="137525" y="5785"/>
                  </a:cubicBezTo>
                  <a:cubicBezTo>
                    <a:pt x="135046" y="4089"/>
                    <a:pt x="133045" y="3958"/>
                    <a:pt x="130479" y="5524"/>
                  </a:cubicBezTo>
                  <a:cubicBezTo>
                    <a:pt x="129087" y="6394"/>
                    <a:pt x="127739" y="7351"/>
                    <a:pt x="126434" y="8395"/>
                  </a:cubicBezTo>
                  <a:cubicBezTo>
                    <a:pt x="122520" y="11309"/>
                    <a:pt x="117997" y="13136"/>
                    <a:pt x="115039" y="7916"/>
                  </a:cubicBezTo>
                  <a:cubicBezTo>
                    <a:pt x="113995" y="8482"/>
                    <a:pt x="112908" y="8830"/>
                    <a:pt x="111777" y="9047"/>
                  </a:cubicBezTo>
                  <a:cubicBezTo>
                    <a:pt x="105949" y="10091"/>
                    <a:pt x="103470" y="3741"/>
                    <a:pt x="107428" y="1175"/>
                  </a:cubicBezTo>
                  <a:cubicBezTo>
                    <a:pt x="109211" y="1"/>
                    <a:pt x="111690" y="392"/>
                    <a:pt x="112386" y="3132"/>
                  </a:cubicBezTo>
                  <a:cubicBezTo>
                    <a:pt x="109254" y="1784"/>
                    <a:pt x="106340" y="5872"/>
                    <a:pt x="110037" y="7046"/>
                  </a:cubicBezTo>
                  <a:cubicBezTo>
                    <a:pt x="112256" y="7742"/>
                    <a:pt x="115561" y="6003"/>
                    <a:pt x="117127" y="5046"/>
                  </a:cubicBezTo>
                  <a:cubicBezTo>
                    <a:pt x="120693" y="2828"/>
                    <a:pt x="125651" y="914"/>
                    <a:pt x="128478" y="5176"/>
                  </a:cubicBezTo>
                  <a:cubicBezTo>
                    <a:pt x="130044" y="4002"/>
                    <a:pt x="132045" y="2567"/>
                    <a:pt x="134002" y="2436"/>
                  </a:cubicBezTo>
                  <a:cubicBezTo>
                    <a:pt x="137916" y="2219"/>
                    <a:pt x="139047" y="5481"/>
                    <a:pt x="142744" y="5481"/>
                  </a:cubicBezTo>
                  <a:close/>
                  <a:moveTo>
                    <a:pt x="0" y="7351"/>
                  </a:moveTo>
                  <a:lnTo>
                    <a:pt x="0" y="5481"/>
                  </a:lnTo>
                  <a:lnTo>
                    <a:pt x="58846" y="5481"/>
                  </a:lnTo>
                  <a:cubicBezTo>
                    <a:pt x="62543" y="5481"/>
                    <a:pt x="63674" y="2219"/>
                    <a:pt x="67545" y="2436"/>
                  </a:cubicBezTo>
                  <a:cubicBezTo>
                    <a:pt x="69458" y="2567"/>
                    <a:pt x="71459" y="4002"/>
                    <a:pt x="73068" y="5176"/>
                  </a:cubicBezTo>
                  <a:cubicBezTo>
                    <a:pt x="75895" y="914"/>
                    <a:pt x="80810" y="2828"/>
                    <a:pt x="84420" y="5046"/>
                  </a:cubicBezTo>
                  <a:cubicBezTo>
                    <a:pt x="86029" y="6003"/>
                    <a:pt x="89291" y="7742"/>
                    <a:pt x="91466" y="7046"/>
                  </a:cubicBezTo>
                  <a:cubicBezTo>
                    <a:pt x="95163" y="5872"/>
                    <a:pt x="92292" y="1784"/>
                    <a:pt x="89117" y="3132"/>
                  </a:cubicBezTo>
                  <a:cubicBezTo>
                    <a:pt x="89857" y="392"/>
                    <a:pt x="92336" y="1"/>
                    <a:pt x="94119" y="1175"/>
                  </a:cubicBezTo>
                  <a:cubicBezTo>
                    <a:pt x="98077" y="3741"/>
                    <a:pt x="95554" y="10091"/>
                    <a:pt x="89770" y="9047"/>
                  </a:cubicBezTo>
                  <a:cubicBezTo>
                    <a:pt x="88639" y="8830"/>
                    <a:pt x="87551" y="8438"/>
                    <a:pt x="86508" y="7916"/>
                  </a:cubicBezTo>
                  <a:cubicBezTo>
                    <a:pt x="83550" y="13136"/>
                    <a:pt x="79027" y="11309"/>
                    <a:pt x="75112" y="8351"/>
                  </a:cubicBezTo>
                  <a:cubicBezTo>
                    <a:pt x="73808" y="7351"/>
                    <a:pt x="72459" y="6394"/>
                    <a:pt x="71068" y="5524"/>
                  </a:cubicBezTo>
                  <a:cubicBezTo>
                    <a:pt x="68502" y="3958"/>
                    <a:pt x="66501" y="4089"/>
                    <a:pt x="63978" y="5785"/>
                  </a:cubicBezTo>
                  <a:cubicBezTo>
                    <a:pt x="62369" y="6916"/>
                    <a:pt x="60977" y="8438"/>
                    <a:pt x="59585" y="8743"/>
                  </a:cubicBezTo>
                  <a:cubicBezTo>
                    <a:pt x="58759" y="7829"/>
                    <a:pt x="57585" y="7307"/>
                    <a:pt x="56367" y="7351"/>
                  </a:cubicBezTo>
                  <a:close/>
                  <a:moveTo>
                    <a:pt x="116170" y="7351"/>
                  </a:moveTo>
                  <a:cubicBezTo>
                    <a:pt x="118997" y="11961"/>
                    <a:pt x="123477" y="9004"/>
                    <a:pt x="126739" y="6525"/>
                  </a:cubicBezTo>
                  <a:lnTo>
                    <a:pt x="126869" y="6438"/>
                  </a:lnTo>
                  <a:cubicBezTo>
                    <a:pt x="124216" y="3132"/>
                    <a:pt x="119780" y="5133"/>
                    <a:pt x="116822" y="6959"/>
                  </a:cubicBezTo>
                  <a:cubicBezTo>
                    <a:pt x="116605" y="7133"/>
                    <a:pt x="116387" y="7264"/>
                    <a:pt x="116170" y="7394"/>
                  </a:cubicBezTo>
                  <a:moveTo>
                    <a:pt x="85420" y="7394"/>
                  </a:moveTo>
                  <a:cubicBezTo>
                    <a:pt x="85203" y="7264"/>
                    <a:pt x="84985" y="7133"/>
                    <a:pt x="84724" y="6959"/>
                  </a:cubicBezTo>
                  <a:cubicBezTo>
                    <a:pt x="81767" y="5133"/>
                    <a:pt x="77374" y="3176"/>
                    <a:pt x="74721" y="6438"/>
                  </a:cubicBezTo>
                  <a:lnTo>
                    <a:pt x="74852" y="6525"/>
                  </a:lnTo>
                  <a:cubicBezTo>
                    <a:pt x="78113" y="9004"/>
                    <a:pt x="82593" y="11961"/>
                    <a:pt x="85420" y="735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49"/>
            <p:cNvSpPr/>
            <p:nvPr/>
          </p:nvSpPr>
          <p:spPr>
            <a:xfrm>
              <a:off x="624177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828" y="5089"/>
                  </a:moveTo>
                  <a:cubicBezTo>
                    <a:pt x="871" y="5002"/>
                    <a:pt x="1" y="2610"/>
                    <a:pt x="1436" y="1305"/>
                  </a:cubicBezTo>
                  <a:cubicBezTo>
                    <a:pt x="2871" y="0"/>
                    <a:pt x="5176" y="1087"/>
                    <a:pt x="5089" y="3045"/>
                  </a:cubicBezTo>
                  <a:cubicBezTo>
                    <a:pt x="5002" y="4219"/>
                    <a:pt x="4002" y="5132"/>
                    <a:pt x="2828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49"/>
            <p:cNvSpPr/>
            <p:nvPr/>
          </p:nvSpPr>
          <p:spPr>
            <a:xfrm>
              <a:off x="6437500" y="322925"/>
              <a:ext cx="112025" cy="110925"/>
            </a:xfrm>
            <a:custGeom>
              <a:rect b="b" l="l" r="r" t="t"/>
              <a:pathLst>
                <a:path extrusionOk="0" h="4437" w="4481">
                  <a:moveTo>
                    <a:pt x="2436" y="4393"/>
                  </a:moveTo>
                  <a:cubicBezTo>
                    <a:pt x="740" y="4306"/>
                    <a:pt x="0" y="2262"/>
                    <a:pt x="1262" y="1131"/>
                  </a:cubicBezTo>
                  <a:cubicBezTo>
                    <a:pt x="2479" y="0"/>
                    <a:pt x="4480" y="914"/>
                    <a:pt x="4393" y="2610"/>
                  </a:cubicBezTo>
                  <a:cubicBezTo>
                    <a:pt x="4350" y="3654"/>
                    <a:pt x="3480" y="4437"/>
                    <a:pt x="2436" y="43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49"/>
            <p:cNvSpPr/>
            <p:nvPr/>
          </p:nvSpPr>
          <p:spPr>
            <a:xfrm>
              <a:off x="6618000" y="332700"/>
              <a:ext cx="94625" cy="94625"/>
            </a:xfrm>
            <a:custGeom>
              <a:rect b="b" l="l" r="r" t="t"/>
              <a:pathLst>
                <a:path extrusionOk="0" h="3785" w="3785">
                  <a:moveTo>
                    <a:pt x="2044" y="3741"/>
                  </a:moveTo>
                  <a:cubicBezTo>
                    <a:pt x="653" y="3698"/>
                    <a:pt x="0" y="1915"/>
                    <a:pt x="1044" y="958"/>
                  </a:cubicBezTo>
                  <a:cubicBezTo>
                    <a:pt x="2088" y="1"/>
                    <a:pt x="3784" y="827"/>
                    <a:pt x="3741" y="2219"/>
                  </a:cubicBezTo>
                  <a:cubicBezTo>
                    <a:pt x="3654" y="3089"/>
                    <a:pt x="2914" y="3785"/>
                    <a:pt x="2044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49"/>
            <p:cNvSpPr/>
            <p:nvPr/>
          </p:nvSpPr>
          <p:spPr>
            <a:xfrm>
              <a:off x="6784350" y="342500"/>
              <a:ext cx="78325" cy="77225"/>
            </a:xfrm>
            <a:custGeom>
              <a:rect b="b" l="l" r="r" t="t"/>
              <a:pathLst>
                <a:path extrusionOk="0" h="3089" w="3133">
                  <a:moveTo>
                    <a:pt x="1697" y="3088"/>
                  </a:moveTo>
                  <a:cubicBezTo>
                    <a:pt x="523" y="3045"/>
                    <a:pt x="1" y="1610"/>
                    <a:pt x="871" y="827"/>
                  </a:cubicBezTo>
                  <a:cubicBezTo>
                    <a:pt x="1740" y="0"/>
                    <a:pt x="3132" y="653"/>
                    <a:pt x="3089" y="1827"/>
                  </a:cubicBezTo>
                  <a:cubicBezTo>
                    <a:pt x="3045" y="2523"/>
                    <a:pt x="2436" y="3088"/>
                    <a:pt x="1697" y="304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49"/>
            <p:cNvSpPr/>
            <p:nvPr/>
          </p:nvSpPr>
          <p:spPr>
            <a:xfrm>
              <a:off x="1219425" y="310975"/>
              <a:ext cx="129425" cy="128325"/>
            </a:xfrm>
            <a:custGeom>
              <a:rect b="b" l="l" r="r" t="t"/>
              <a:pathLst>
                <a:path extrusionOk="0" h="5133" w="5177">
                  <a:moveTo>
                    <a:pt x="2392" y="5089"/>
                  </a:moveTo>
                  <a:cubicBezTo>
                    <a:pt x="4306" y="5002"/>
                    <a:pt x="5176" y="2610"/>
                    <a:pt x="3741" y="1305"/>
                  </a:cubicBezTo>
                  <a:cubicBezTo>
                    <a:pt x="2306" y="0"/>
                    <a:pt x="0" y="1087"/>
                    <a:pt x="131" y="3045"/>
                  </a:cubicBezTo>
                  <a:cubicBezTo>
                    <a:pt x="174" y="4219"/>
                    <a:pt x="1175" y="5132"/>
                    <a:pt x="2392" y="5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49"/>
            <p:cNvSpPr/>
            <p:nvPr/>
          </p:nvSpPr>
          <p:spPr>
            <a:xfrm>
              <a:off x="1042200" y="322925"/>
              <a:ext cx="112000" cy="110925"/>
            </a:xfrm>
            <a:custGeom>
              <a:rect b="b" l="l" r="r" t="t"/>
              <a:pathLst>
                <a:path extrusionOk="0" h="4437" w="4480">
                  <a:moveTo>
                    <a:pt x="2044" y="4393"/>
                  </a:moveTo>
                  <a:cubicBezTo>
                    <a:pt x="3697" y="4306"/>
                    <a:pt x="4480" y="2262"/>
                    <a:pt x="3218" y="1131"/>
                  </a:cubicBezTo>
                  <a:cubicBezTo>
                    <a:pt x="2001" y="0"/>
                    <a:pt x="0" y="914"/>
                    <a:pt x="87" y="2610"/>
                  </a:cubicBezTo>
                  <a:cubicBezTo>
                    <a:pt x="130" y="3610"/>
                    <a:pt x="1000" y="4437"/>
                    <a:pt x="2044" y="43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49"/>
            <p:cNvSpPr/>
            <p:nvPr/>
          </p:nvSpPr>
          <p:spPr>
            <a:xfrm>
              <a:off x="878000" y="332700"/>
              <a:ext cx="95700" cy="94625"/>
            </a:xfrm>
            <a:custGeom>
              <a:rect b="b" l="l" r="r" t="t"/>
              <a:pathLst>
                <a:path extrusionOk="0" h="3785" w="3828">
                  <a:moveTo>
                    <a:pt x="1740" y="3741"/>
                  </a:moveTo>
                  <a:cubicBezTo>
                    <a:pt x="3176" y="3698"/>
                    <a:pt x="3828" y="1915"/>
                    <a:pt x="2741" y="958"/>
                  </a:cubicBezTo>
                  <a:cubicBezTo>
                    <a:pt x="1697" y="1"/>
                    <a:pt x="1" y="827"/>
                    <a:pt x="88" y="2219"/>
                  </a:cubicBezTo>
                  <a:cubicBezTo>
                    <a:pt x="131" y="3089"/>
                    <a:pt x="870" y="3785"/>
                    <a:pt x="1740" y="37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49"/>
            <p:cNvSpPr/>
            <p:nvPr/>
          </p:nvSpPr>
          <p:spPr>
            <a:xfrm>
              <a:off x="729050" y="342500"/>
              <a:ext cx="77225" cy="78300"/>
            </a:xfrm>
            <a:custGeom>
              <a:rect b="b" l="l" r="r" t="t"/>
              <a:pathLst>
                <a:path extrusionOk="0" h="3132" w="3089">
                  <a:moveTo>
                    <a:pt x="1435" y="3088"/>
                  </a:moveTo>
                  <a:cubicBezTo>
                    <a:pt x="2566" y="3045"/>
                    <a:pt x="3088" y="1610"/>
                    <a:pt x="2262" y="783"/>
                  </a:cubicBezTo>
                  <a:cubicBezTo>
                    <a:pt x="1392" y="0"/>
                    <a:pt x="0" y="653"/>
                    <a:pt x="44" y="1827"/>
                  </a:cubicBezTo>
                  <a:cubicBezTo>
                    <a:pt x="44" y="2523"/>
                    <a:pt x="696" y="3132"/>
                    <a:pt x="1435" y="30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ncient History Lesson by Slidesgo">
  <a:themeElements>
    <a:clrScheme name="Simple Light">
      <a:dk1>
        <a:srgbClr val="644828"/>
      </a:dk1>
      <a:lt1>
        <a:srgbClr val="C7B28A"/>
      </a:lt1>
      <a:dk2>
        <a:srgbClr val="FEF4D4"/>
      </a:dk2>
      <a:lt2>
        <a:srgbClr val="263C66"/>
      </a:lt2>
      <a:accent1>
        <a:srgbClr val="D25F4B"/>
      </a:accent1>
      <a:accent2>
        <a:srgbClr val="A58157"/>
      </a:accent2>
      <a:accent3>
        <a:srgbClr val="C7B28A"/>
      </a:accent3>
      <a:accent4>
        <a:srgbClr val="FEF4D4"/>
      </a:accent4>
      <a:accent5>
        <a:srgbClr val="263C66"/>
      </a:accent5>
      <a:accent6>
        <a:srgbClr val="D25F4B"/>
      </a:accent6>
      <a:hlink>
        <a:srgbClr val="A5815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